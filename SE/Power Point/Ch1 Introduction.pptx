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notesSlides/notesSlide28.xml" ContentType="application/vnd.openxmlformats-officedocument.presentationml.notesSlide+xml"/>
  <Override PartName="/ppt/charts/chart2.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91"/>
  </p:notesMasterIdLst>
  <p:handoutMasterIdLst>
    <p:handoutMasterId r:id="rId92"/>
  </p:handoutMasterIdLst>
  <p:sldIdLst>
    <p:sldId id="256" r:id="rId2"/>
    <p:sldId id="337" r:id="rId3"/>
    <p:sldId id="338" r:id="rId4"/>
    <p:sldId id="339" r:id="rId5"/>
    <p:sldId id="340" r:id="rId6"/>
    <p:sldId id="336" r:id="rId7"/>
    <p:sldId id="295" r:id="rId8"/>
    <p:sldId id="354" r:id="rId9"/>
    <p:sldId id="267" r:id="rId10"/>
    <p:sldId id="518" r:id="rId11"/>
    <p:sldId id="268" r:id="rId12"/>
    <p:sldId id="329" r:id="rId13"/>
    <p:sldId id="328" r:id="rId14"/>
    <p:sldId id="257" r:id="rId15"/>
    <p:sldId id="296" r:id="rId16"/>
    <p:sldId id="297" r:id="rId17"/>
    <p:sldId id="298" r:id="rId18"/>
    <p:sldId id="258" r:id="rId19"/>
    <p:sldId id="587" r:id="rId20"/>
    <p:sldId id="347" r:id="rId21"/>
    <p:sldId id="299" r:id="rId22"/>
    <p:sldId id="303" r:id="rId23"/>
    <p:sldId id="423" r:id="rId24"/>
    <p:sldId id="584" r:id="rId25"/>
    <p:sldId id="304" r:id="rId26"/>
    <p:sldId id="591" r:id="rId27"/>
    <p:sldId id="592" r:id="rId28"/>
    <p:sldId id="593" r:id="rId29"/>
    <p:sldId id="594" r:id="rId30"/>
    <p:sldId id="595" r:id="rId31"/>
    <p:sldId id="596" r:id="rId32"/>
    <p:sldId id="305" r:id="rId33"/>
    <p:sldId id="330" r:id="rId34"/>
    <p:sldId id="300" r:id="rId35"/>
    <p:sldId id="306" r:id="rId36"/>
    <p:sldId id="307" r:id="rId37"/>
    <p:sldId id="308" r:id="rId38"/>
    <p:sldId id="309" r:id="rId39"/>
    <p:sldId id="301" r:id="rId40"/>
    <p:sldId id="311" r:id="rId41"/>
    <p:sldId id="310" r:id="rId42"/>
    <p:sldId id="331" r:id="rId43"/>
    <p:sldId id="335" r:id="rId44"/>
    <p:sldId id="342" r:id="rId45"/>
    <p:sldId id="343" r:id="rId46"/>
    <p:sldId id="344" r:id="rId47"/>
    <p:sldId id="349" r:id="rId48"/>
    <p:sldId id="550" r:id="rId49"/>
    <p:sldId id="551" r:id="rId50"/>
    <p:sldId id="556" r:id="rId51"/>
    <p:sldId id="553" r:id="rId52"/>
    <p:sldId id="554" r:id="rId53"/>
    <p:sldId id="555" r:id="rId54"/>
    <p:sldId id="351" r:id="rId55"/>
    <p:sldId id="350" r:id="rId56"/>
    <p:sldId id="352" r:id="rId57"/>
    <p:sldId id="353" r:id="rId58"/>
    <p:sldId id="590" r:id="rId59"/>
    <p:sldId id="607" r:id="rId60"/>
    <p:sldId id="588" r:id="rId61"/>
    <p:sldId id="603" r:id="rId62"/>
    <p:sldId id="604" r:id="rId63"/>
    <p:sldId id="605" r:id="rId64"/>
    <p:sldId id="606" r:id="rId65"/>
    <p:sldId id="609" r:id="rId66"/>
    <p:sldId id="610" r:id="rId67"/>
    <p:sldId id="611" r:id="rId68"/>
    <p:sldId id="608" r:id="rId69"/>
    <p:sldId id="602" r:id="rId70"/>
    <p:sldId id="589" r:id="rId71"/>
    <p:sldId id="348" r:id="rId72"/>
    <p:sldId id="345" r:id="rId73"/>
    <p:sldId id="346" r:id="rId74"/>
    <p:sldId id="600" r:id="rId75"/>
    <p:sldId id="601" r:id="rId76"/>
    <p:sldId id="341" r:id="rId77"/>
    <p:sldId id="284" r:id="rId78"/>
    <p:sldId id="285" r:id="rId79"/>
    <p:sldId id="286" r:id="rId80"/>
    <p:sldId id="287" r:id="rId81"/>
    <p:sldId id="315" r:id="rId82"/>
    <p:sldId id="259" r:id="rId83"/>
    <p:sldId id="316" r:id="rId84"/>
    <p:sldId id="292" r:id="rId85"/>
    <p:sldId id="597" r:id="rId86"/>
    <p:sldId id="598" r:id="rId87"/>
    <p:sldId id="599" r:id="rId88"/>
    <p:sldId id="332" r:id="rId89"/>
    <p:sldId id="333" r:id="rId9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91353-61C7-4B55-AC65-75CDD8BBCE2D}" v="225" dt="2026-08-23T10:55:07.6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66" autoAdjust="0"/>
    <p:restoredTop sz="94660"/>
  </p:normalViewPr>
  <p:slideViewPr>
    <p:cSldViewPr snapToGrid="0" snapToObjects="1">
      <p:cViewPr varScale="1">
        <p:scale>
          <a:sx n="67" d="100"/>
          <a:sy n="67" d="100"/>
        </p:scale>
        <p:origin x="928" y="36"/>
      </p:cViewPr>
      <p:guideLst>
        <p:guide orient="horz" pos="2160"/>
        <p:guide pos="2880"/>
      </p:guideLst>
    </p:cSldViewPr>
  </p:slideViewPr>
  <p:notesTextViewPr>
    <p:cViewPr>
      <p:scale>
        <a:sx n="100" d="100"/>
        <a:sy n="100" d="100"/>
      </p:scale>
      <p:origin x="0" y="-24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Thomas" userId="30770937-3d53-462c-a2e0-179d44d98931" providerId="ADAL" clId="{1AD2B898-5C3E-4336-8C52-E7430B847043}"/>
    <pc:docChg chg="undo redo custSel mod addSld delSld modSld sldOrd modMainMaster">
      <pc:chgData name="Richard Thomas" userId="30770937-3d53-462c-a2e0-179d44d98931" providerId="ADAL" clId="{1AD2B898-5C3E-4336-8C52-E7430B847043}" dt="2026-08-23T10:55:09.031" v="11443" actId="20577"/>
      <pc:docMkLst>
        <pc:docMk/>
      </pc:docMkLst>
      <pc:sldChg chg="addSp delSp modSp mod">
        <pc:chgData name="Richard Thomas" userId="30770937-3d53-462c-a2e0-179d44d98931" providerId="ADAL" clId="{1AD2B898-5C3E-4336-8C52-E7430B847043}" dt="2026-08-21T02:32:44.171" v="1335" actId="1076"/>
        <pc:sldMkLst>
          <pc:docMk/>
          <pc:sldMk cId="0" sldId="256"/>
        </pc:sldMkLst>
        <pc:spChg chg="mod">
          <ac:chgData name="Richard Thomas" userId="30770937-3d53-462c-a2e0-179d44d98931" providerId="ADAL" clId="{1AD2B898-5C3E-4336-8C52-E7430B847043}" dt="2026-08-21T02:32:32.826" v="1334" actId="1076"/>
          <ac:spMkLst>
            <pc:docMk/>
            <pc:sldMk cId="0" sldId="256"/>
            <ac:spMk id="3" creationId="{00000000-0000-0000-0000-000000000000}"/>
          </ac:spMkLst>
        </pc:spChg>
        <pc:spChg chg="mod">
          <ac:chgData name="Richard Thomas" userId="30770937-3d53-462c-a2e0-179d44d98931" providerId="ADAL" clId="{1AD2B898-5C3E-4336-8C52-E7430B847043}" dt="2026-08-21T02:32:25.517" v="1333" actId="1076"/>
          <ac:spMkLst>
            <pc:docMk/>
            <pc:sldMk cId="0" sldId="256"/>
            <ac:spMk id="13314" creationId="{00000000-0000-0000-0000-000000000000}"/>
          </ac:spMkLst>
        </pc:spChg>
        <pc:picChg chg="add mod">
          <ac:chgData name="Richard Thomas" userId="30770937-3d53-462c-a2e0-179d44d98931" providerId="ADAL" clId="{1AD2B898-5C3E-4336-8C52-E7430B847043}" dt="2026-08-21T02:32:32.826" v="1334" actId="1076"/>
          <ac:picMkLst>
            <pc:docMk/>
            <pc:sldMk cId="0" sldId="256"/>
            <ac:picMk id="7" creationId="{BA98A3CB-938B-0830-5FCE-1A8822ABC6C4}"/>
          </ac:picMkLst>
        </pc:picChg>
        <pc:picChg chg="add mod">
          <ac:chgData name="Richard Thomas" userId="30770937-3d53-462c-a2e0-179d44d98931" providerId="ADAL" clId="{1AD2B898-5C3E-4336-8C52-E7430B847043}" dt="2026-08-21T02:32:32.826" v="1334" actId="1076"/>
          <ac:picMkLst>
            <pc:docMk/>
            <pc:sldMk cId="0" sldId="256"/>
            <ac:picMk id="9" creationId="{8B752939-7ADA-311F-804C-25561C50A882}"/>
          </ac:picMkLst>
        </pc:picChg>
        <pc:picChg chg="add mod">
          <ac:chgData name="Richard Thomas" userId="30770937-3d53-462c-a2e0-179d44d98931" providerId="ADAL" clId="{1AD2B898-5C3E-4336-8C52-E7430B847043}" dt="2026-08-21T02:32:44.171" v="1335" actId="1076"/>
          <ac:picMkLst>
            <pc:docMk/>
            <pc:sldMk cId="0" sldId="256"/>
            <ac:picMk id="11" creationId="{90D8B033-9498-746F-E593-ED7AE8273CC0}"/>
          </ac:picMkLst>
        </pc:picChg>
      </pc:sldChg>
      <pc:sldChg chg="delSp modSp mod">
        <pc:chgData name="Richard Thomas" userId="30770937-3d53-462c-a2e0-179d44d98931" providerId="ADAL" clId="{1AD2B898-5C3E-4336-8C52-E7430B847043}" dt="2026-08-21T01:10:30.832" v="243" actId="2062"/>
        <pc:sldMkLst>
          <pc:docMk/>
          <pc:sldMk cId="0" sldId="257"/>
        </pc:sldMkLst>
        <pc:spChg chg="mod">
          <ac:chgData name="Richard Thomas" userId="30770937-3d53-462c-a2e0-179d44d98931" providerId="ADAL" clId="{1AD2B898-5C3E-4336-8C52-E7430B847043}" dt="2026-08-21T01:09:32.745" v="234" actId="20577"/>
          <ac:spMkLst>
            <pc:docMk/>
            <pc:sldMk cId="0" sldId="257"/>
            <ac:spMk id="14338" creationId="{00000000-0000-0000-0000-000000000000}"/>
          </ac:spMkLst>
        </pc:spChg>
        <pc:graphicFrameChg chg="modGraphic">
          <ac:chgData name="Richard Thomas" userId="30770937-3d53-462c-a2e0-179d44d98931" providerId="ADAL" clId="{1AD2B898-5C3E-4336-8C52-E7430B847043}" dt="2026-08-21T01:10:30.832" v="243" actId="2062"/>
          <ac:graphicFrameMkLst>
            <pc:docMk/>
            <pc:sldMk cId="0" sldId="257"/>
            <ac:graphicFrameMk id="5" creationId="{00000000-0000-0000-0000-000000000000}"/>
          </ac:graphicFrameMkLst>
        </pc:graphicFrameChg>
      </pc:sldChg>
      <pc:sldChg chg="delSp modSp mod">
        <pc:chgData name="Richard Thomas" userId="30770937-3d53-462c-a2e0-179d44d98931" providerId="ADAL" clId="{1AD2B898-5C3E-4336-8C52-E7430B847043}" dt="2026-08-21T01:14:56.022" v="334" actId="1035"/>
        <pc:sldMkLst>
          <pc:docMk/>
          <pc:sldMk cId="0" sldId="258"/>
        </pc:sldMkLst>
        <pc:spChg chg="mod">
          <ac:chgData name="Richard Thomas" userId="30770937-3d53-462c-a2e0-179d44d98931" providerId="ADAL" clId="{1AD2B898-5C3E-4336-8C52-E7430B847043}" dt="2026-08-21T01:13:36.460" v="311" actId="20577"/>
          <ac:spMkLst>
            <pc:docMk/>
            <pc:sldMk cId="0" sldId="258"/>
            <ac:spMk id="15362" creationId="{00000000-0000-0000-0000-000000000000}"/>
          </ac:spMkLst>
        </pc:spChg>
        <pc:graphicFrameChg chg="mod modGraphic">
          <ac:chgData name="Richard Thomas" userId="30770937-3d53-462c-a2e0-179d44d98931" providerId="ADAL" clId="{1AD2B898-5C3E-4336-8C52-E7430B847043}" dt="2026-08-21T01:14:56.022" v="334" actId="1035"/>
          <ac:graphicFrameMkLst>
            <pc:docMk/>
            <pc:sldMk cId="0" sldId="258"/>
            <ac:graphicFrameMk id="4" creationId="{00000000-0000-0000-0000-000000000000}"/>
          </ac:graphicFrameMkLst>
        </pc:graphicFrameChg>
      </pc:sldChg>
      <pc:sldChg chg="delSp modSp mod">
        <pc:chgData name="Richard Thomas" userId="30770937-3d53-462c-a2e0-179d44d98931" providerId="ADAL" clId="{1AD2B898-5C3E-4336-8C52-E7430B847043}" dt="2026-08-21T02:12:50.843" v="952" actId="14100"/>
        <pc:sldMkLst>
          <pc:docMk/>
          <pc:sldMk cId="0" sldId="259"/>
        </pc:sldMkLst>
        <pc:spChg chg="mod">
          <ac:chgData name="Richard Thomas" userId="30770937-3d53-462c-a2e0-179d44d98931" providerId="ADAL" clId="{1AD2B898-5C3E-4336-8C52-E7430B847043}" dt="2026-08-21T02:12:50.843" v="952" actId="14100"/>
          <ac:spMkLst>
            <pc:docMk/>
            <pc:sldMk cId="0" sldId="259"/>
            <ac:spMk id="6" creationId="{00000000-0000-0000-0000-000000000000}"/>
          </ac:spMkLst>
        </pc:spChg>
        <pc:spChg chg="mod">
          <ac:chgData name="Richard Thomas" userId="30770937-3d53-462c-a2e0-179d44d98931" providerId="ADAL" clId="{1AD2B898-5C3E-4336-8C52-E7430B847043}" dt="2026-08-21T02:10:55.898" v="935" actId="6549"/>
          <ac:spMkLst>
            <pc:docMk/>
            <pc:sldMk cId="0" sldId="259"/>
            <ac:spMk id="16387" creationId="{00000000-0000-0000-0000-000000000000}"/>
          </ac:spMkLst>
        </pc:spChg>
      </pc:sldChg>
      <pc:sldChg chg="delSp modSp mod modNotesTx">
        <pc:chgData name="Richard Thomas" userId="30770937-3d53-462c-a2e0-179d44d98931" providerId="ADAL" clId="{1AD2B898-5C3E-4336-8C52-E7430B847043}" dt="2026-08-21T03:53:12.379" v="4033" actId="20577"/>
        <pc:sldMkLst>
          <pc:docMk/>
          <pc:sldMk cId="0" sldId="267"/>
        </pc:sldMkLst>
        <pc:spChg chg="mod">
          <ac:chgData name="Richard Thomas" userId="30770937-3d53-462c-a2e0-179d44d98931" providerId="ADAL" clId="{1AD2B898-5C3E-4336-8C52-E7430B847043}" dt="2026-08-21T01:00:37.985" v="97" actId="20577"/>
          <ac:spMkLst>
            <pc:docMk/>
            <pc:sldMk cId="0" sldId="267"/>
            <ac:spMk id="64516" creationId="{00000000-0000-0000-0000-000000000000}"/>
          </ac:spMkLst>
        </pc:spChg>
        <pc:spChg chg="mod">
          <ac:chgData name="Richard Thomas" userId="30770937-3d53-462c-a2e0-179d44d98931" providerId="ADAL" clId="{1AD2B898-5C3E-4336-8C52-E7430B847043}" dt="2026-08-21T03:52:49.656" v="3953" actId="313"/>
          <ac:spMkLst>
            <pc:docMk/>
            <pc:sldMk cId="0" sldId="267"/>
            <ac:spMk id="64517" creationId="{00000000-0000-0000-0000-000000000000}"/>
          </ac:spMkLst>
        </pc:spChg>
      </pc:sldChg>
      <pc:sldChg chg="delSp modSp mod">
        <pc:chgData name="Richard Thomas" userId="30770937-3d53-462c-a2e0-179d44d98931" providerId="ADAL" clId="{1AD2B898-5C3E-4336-8C52-E7430B847043}" dt="2026-08-21T01:03:15.373" v="169" actId="478"/>
        <pc:sldMkLst>
          <pc:docMk/>
          <pc:sldMk cId="0" sldId="268"/>
        </pc:sldMkLst>
        <pc:spChg chg="mod">
          <ac:chgData name="Richard Thomas" userId="30770937-3d53-462c-a2e0-179d44d98931" providerId="ADAL" clId="{1AD2B898-5C3E-4336-8C52-E7430B847043}" dt="2026-08-21T01:01:55.025" v="128" actId="20577"/>
          <ac:spMkLst>
            <pc:docMk/>
            <pc:sldMk cId="0" sldId="268"/>
            <ac:spMk id="66564" creationId="{00000000-0000-0000-0000-000000000000}"/>
          </ac:spMkLst>
        </pc:spChg>
        <pc:spChg chg="mod">
          <ac:chgData name="Richard Thomas" userId="30770937-3d53-462c-a2e0-179d44d98931" providerId="ADAL" clId="{1AD2B898-5C3E-4336-8C52-E7430B847043}" dt="2026-08-21T01:03:09.776" v="168" actId="20577"/>
          <ac:spMkLst>
            <pc:docMk/>
            <pc:sldMk cId="0" sldId="268"/>
            <ac:spMk id="66565" creationId="{00000000-0000-0000-0000-000000000000}"/>
          </ac:spMkLst>
        </pc:spChg>
      </pc:sldChg>
      <pc:sldChg chg="delSp modSp mod">
        <pc:chgData name="Richard Thomas" userId="30770937-3d53-462c-a2e0-179d44d98931" providerId="ADAL" clId="{1AD2B898-5C3E-4336-8C52-E7430B847043}" dt="2026-08-21T02:04:09.499" v="786" actId="478"/>
        <pc:sldMkLst>
          <pc:docMk/>
          <pc:sldMk cId="0" sldId="284"/>
        </pc:sldMkLst>
        <pc:spChg chg="mod">
          <ac:chgData name="Richard Thomas" userId="30770937-3d53-462c-a2e0-179d44d98931" providerId="ADAL" clId="{1AD2B898-5C3E-4336-8C52-E7430B847043}" dt="2026-08-21T02:03:21.241" v="765" actId="20577"/>
          <ac:spMkLst>
            <pc:docMk/>
            <pc:sldMk cId="0" sldId="284"/>
            <ac:spMk id="80900" creationId="{00000000-0000-0000-0000-000000000000}"/>
          </ac:spMkLst>
        </pc:spChg>
        <pc:spChg chg="mod">
          <ac:chgData name="Richard Thomas" userId="30770937-3d53-462c-a2e0-179d44d98931" providerId="ADAL" clId="{1AD2B898-5C3E-4336-8C52-E7430B847043}" dt="2026-08-21T02:04:00.502" v="785" actId="20577"/>
          <ac:spMkLst>
            <pc:docMk/>
            <pc:sldMk cId="0" sldId="284"/>
            <ac:spMk id="80901" creationId="{00000000-0000-0000-0000-000000000000}"/>
          </ac:spMkLst>
        </pc:spChg>
      </pc:sldChg>
      <pc:sldChg chg="delSp modSp mod">
        <pc:chgData name="Richard Thomas" userId="30770937-3d53-462c-a2e0-179d44d98931" providerId="ADAL" clId="{1AD2B898-5C3E-4336-8C52-E7430B847043}" dt="2026-08-22T11:54:07.450" v="5642" actId="478"/>
        <pc:sldMkLst>
          <pc:docMk/>
          <pc:sldMk cId="0" sldId="285"/>
        </pc:sldMkLst>
        <pc:spChg chg="del">
          <ac:chgData name="Richard Thomas" userId="30770937-3d53-462c-a2e0-179d44d98931" providerId="ADAL" clId="{1AD2B898-5C3E-4336-8C52-E7430B847043}" dt="2026-08-22T11:54:07.450" v="5642" actId="478"/>
          <ac:spMkLst>
            <pc:docMk/>
            <pc:sldMk cId="0" sldId="285"/>
            <ac:spMk id="6" creationId="{00000000-0000-0000-0000-000000000000}"/>
          </ac:spMkLst>
        </pc:spChg>
        <pc:spChg chg="mod">
          <ac:chgData name="Richard Thomas" userId="30770937-3d53-462c-a2e0-179d44d98931" providerId="ADAL" clId="{1AD2B898-5C3E-4336-8C52-E7430B847043}" dt="2026-08-21T02:04:20.763" v="791" actId="20577"/>
          <ac:spMkLst>
            <pc:docMk/>
            <pc:sldMk cId="0" sldId="285"/>
            <ac:spMk id="81924" creationId="{00000000-0000-0000-0000-000000000000}"/>
          </ac:spMkLst>
        </pc:spChg>
        <pc:spChg chg="mod">
          <ac:chgData name="Richard Thomas" userId="30770937-3d53-462c-a2e0-179d44d98931" providerId="ADAL" clId="{1AD2B898-5C3E-4336-8C52-E7430B847043}" dt="2026-08-21T02:05:27.253" v="813" actId="20577"/>
          <ac:spMkLst>
            <pc:docMk/>
            <pc:sldMk cId="0" sldId="285"/>
            <ac:spMk id="81925" creationId="{00000000-0000-0000-0000-000000000000}"/>
          </ac:spMkLst>
        </pc:spChg>
      </pc:sldChg>
      <pc:sldChg chg="delSp modSp mod">
        <pc:chgData name="Richard Thomas" userId="30770937-3d53-462c-a2e0-179d44d98931" providerId="ADAL" clId="{1AD2B898-5C3E-4336-8C52-E7430B847043}" dt="2026-08-21T02:07:41.129" v="867" actId="20577"/>
        <pc:sldMkLst>
          <pc:docMk/>
          <pc:sldMk cId="0" sldId="286"/>
        </pc:sldMkLst>
        <pc:spChg chg="mod">
          <ac:chgData name="Richard Thomas" userId="30770937-3d53-462c-a2e0-179d44d98931" providerId="ADAL" clId="{1AD2B898-5C3E-4336-8C52-E7430B847043}" dt="2026-08-21T02:05:49.222" v="815"/>
          <ac:spMkLst>
            <pc:docMk/>
            <pc:sldMk cId="0" sldId="286"/>
            <ac:spMk id="83972" creationId="{00000000-0000-0000-0000-000000000000}"/>
          </ac:spMkLst>
        </pc:spChg>
        <pc:spChg chg="mod">
          <ac:chgData name="Richard Thomas" userId="30770937-3d53-462c-a2e0-179d44d98931" providerId="ADAL" clId="{1AD2B898-5C3E-4336-8C52-E7430B847043}" dt="2026-08-21T02:07:41.129" v="867" actId="20577"/>
          <ac:spMkLst>
            <pc:docMk/>
            <pc:sldMk cId="0" sldId="286"/>
            <ac:spMk id="83973" creationId="{00000000-0000-0000-0000-000000000000}"/>
          </ac:spMkLst>
        </pc:spChg>
      </pc:sldChg>
      <pc:sldChg chg="delSp modSp mod">
        <pc:chgData name="Richard Thomas" userId="30770937-3d53-462c-a2e0-179d44d98931" providerId="ADAL" clId="{1AD2B898-5C3E-4336-8C52-E7430B847043}" dt="2026-08-21T02:09:39.914" v="903" actId="20577"/>
        <pc:sldMkLst>
          <pc:docMk/>
          <pc:sldMk cId="0" sldId="287"/>
        </pc:sldMkLst>
        <pc:spChg chg="mod">
          <ac:chgData name="Richard Thomas" userId="30770937-3d53-462c-a2e0-179d44d98931" providerId="ADAL" clId="{1AD2B898-5C3E-4336-8C52-E7430B847043}" dt="2026-08-21T02:09:39.914" v="903" actId="20577"/>
          <ac:spMkLst>
            <pc:docMk/>
            <pc:sldMk cId="0" sldId="287"/>
            <ac:spMk id="82949" creationId="{00000000-0000-0000-0000-000000000000}"/>
          </ac:spMkLst>
        </pc:spChg>
      </pc:sldChg>
      <pc:sldChg chg="delSp modSp mod ord modAnim modNotesTx">
        <pc:chgData name="Richard Thomas" userId="30770937-3d53-462c-a2e0-179d44d98931" providerId="ADAL" clId="{1AD2B898-5C3E-4336-8C52-E7430B847043}" dt="2026-08-21T03:33:43.762" v="3931" actId="20577"/>
        <pc:sldMkLst>
          <pc:docMk/>
          <pc:sldMk cId="0" sldId="292"/>
        </pc:sldMkLst>
        <pc:spChg chg="mod">
          <ac:chgData name="Richard Thomas" userId="30770937-3d53-462c-a2e0-179d44d98931" providerId="ADAL" clId="{1AD2B898-5C3E-4336-8C52-E7430B847043}" dt="2026-08-21T02:15:40.842" v="996" actId="20577"/>
          <ac:spMkLst>
            <pc:docMk/>
            <pc:sldMk cId="0" sldId="292"/>
            <ac:spMk id="89092" creationId="{00000000-0000-0000-0000-000000000000}"/>
          </ac:spMkLst>
        </pc:spChg>
        <pc:spChg chg="mod">
          <ac:chgData name="Richard Thomas" userId="30770937-3d53-462c-a2e0-179d44d98931" providerId="ADAL" clId="{1AD2B898-5C3E-4336-8C52-E7430B847043}" dt="2026-08-21T02:15:50.427" v="999" actId="20577"/>
          <ac:spMkLst>
            <pc:docMk/>
            <pc:sldMk cId="0" sldId="292"/>
            <ac:spMk id="89093" creationId="{00000000-0000-0000-0000-000000000000}"/>
          </ac:spMkLst>
        </pc:spChg>
      </pc:sldChg>
      <pc:sldChg chg="delSp modSp mod">
        <pc:chgData name="Richard Thomas" userId="30770937-3d53-462c-a2e0-179d44d98931" providerId="ADAL" clId="{1AD2B898-5C3E-4336-8C52-E7430B847043}" dt="2026-08-21T02:58:11.977" v="2497" actId="6549"/>
        <pc:sldMkLst>
          <pc:docMk/>
          <pc:sldMk cId="0" sldId="295"/>
        </pc:sldMkLst>
        <pc:spChg chg="mod">
          <ac:chgData name="Richard Thomas" userId="30770937-3d53-462c-a2e0-179d44d98931" providerId="ADAL" clId="{1AD2B898-5C3E-4336-8C52-E7430B847043}" dt="2026-08-21T01:00:26.006" v="95" actId="6549"/>
          <ac:spMkLst>
            <pc:docMk/>
            <pc:sldMk cId="0" sldId="295"/>
            <ac:spMk id="2" creationId="{00000000-0000-0000-0000-000000000000}"/>
          </ac:spMkLst>
        </pc:spChg>
        <pc:spChg chg="mod">
          <ac:chgData name="Richard Thomas" userId="30770937-3d53-462c-a2e0-179d44d98931" providerId="ADAL" clId="{1AD2B898-5C3E-4336-8C52-E7430B847043}" dt="2026-08-21T02:58:11.977" v="2497" actId="6549"/>
          <ac:spMkLst>
            <pc:docMk/>
            <pc:sldMk cId="0" sldId="295"/>
            <ac:spMk id="3" creationId="{00000000-0000-0000-0000-000000000000}"/>
          </ac:spMkLst>
        </pc:spChg>
      </pc:sldChg>
      <pc:sldChg chg="delSp modSp mod">
        <pc:chgData name="Richard Thomas" userId="30770937-3d53-462c-a2e0-179d44d98931" providerId="ADAL" clId="{1AD2B898-5C3E-4336-8C52-E7430B847043}" dt="2026-08-21T01:10:14.474" v="242"/>
        <pc:sldMkLst>
          <pc:docMk/>
          <pc:sldMk cId="0" sldId="296"/>
        </pc:sldMkLst>
        <pc:spChg chg="mod">
          <ac:chgData name="Richard Thomas" userId="30770937-3d53-462c-a2e0-179d44d98931" providerId="ADAL" clId="{1AD2B898-5C3E-4336-8C52-E7430B847043}" dt="2026-08-21T01:07:03.908" v="201" actId="20577"/>
          <ac:spMkLst>
            <pc:docMk/>
            <pc:sldMk cId="0" sldId="296"/>
            <ac:spMk id="2" creationId="{00000000-0000-0000-0000-000000000000}"/>
          </ac:spMkLst>
        </pc:spChg>
        <pc:graphicFrameChg chg="mod modGraphic">
          <ac:chgData name="Richard Thomas" userId="30770937-3d53-462c-a2e0-179d44d98931" providerId="ADAL" clId="{1AD2B898-5C3E-4336-8C52-E7430B847043}" dt="2026-08-21T01:10:14.474" v="242"/>
          <ac:graphicFrameMkLst>
            <pc:docMk/>
            <pc:sldMk cId="0" sldId="296"/>
            <ac:graphicFrameMk id="6" creationId="{00000000-0000-0000-0000-000000000000}"/>
          </ac:graphicFrameMkLst>
        </pc:graphicFrameChg>
      </pc:sldChg>
      <pc:sldChg chg="delSp modSp mod">
        <pc:chgData name="Richard Thomas" userId="30770937-3d53-462c-a2e0-179d44d98931" providerId="ADAL" clId="{1AD2B898-5C3E-4336-8C52-E7430B847043}" dt="2026-08-21T03:57:31.367" v="4069" actId="20577"/>
        <pc:sldMkLst>
          <pc:docMk/>
          <pc:sldMk cId="0" sldId="297"/>
        </pc:sldMkLst>
        <pc:spChg chg="mod">
          <ac:chgData name="Richard Thomas" userId="30770937-3d53-462c-a2e0-179d44d98931" providerId="ADAL" clId="{1AD2B898-5C3E-4336-8C52-E7430B847043}" dt="2026-08-21T01:10:39.157" v="244" actId="20577"/>
          <ac:spMkLst>
            <pc:docMk/>
            <pc:sldMk cId="0" sldId="297"/>
            <ac:spMk id="2" creationId="{00000000-0000-0000-0000-000000000000}"/>
          </ac:spMkLst>
        </pc:spChg>
        <pc:spChg chg="mod">
          <ac:chgData name="Richard Thomas" userId="30770937-3d53-462c-a2e0-179d44d98931" providerId="ADAL" clId="{1AD2B898-5C3E-4336-8C52-E7430B847043}" dt="2026-08-21T03:57:31.367" v="4069" actId="20577"/>
          <ac:spMkLst>
            <pc:docMk/>
            <pc:sldMk cId="0" sldId="297"/>
            <ac:spMk id="3" creationId="{00000000-0000-0000-0000-000000000000}"/>
          </ac:spMkLst>
        </pc:spChg>
      </pc:sldChg>
      <pc:sldChg chg="delSp modSp mod">
        <pc:chgData name="Richard Thomas" userId="30770937-3d53-462c-a2e0-179d44d98931" providerId="ADAL" clId="{1AD2B898-5C3E-4336-8C52-E7430B847043}" dt="2026-08-21T01:15:36.269" v="348" actId="20577"/>
        <pc:sldMkLst>
          <pc:docMk/>
          <pc:sldMk cId="0" sldId="298"/>
        </pc:sldMkLst>
        <pc:spChg chg="mod">
          <ac:chgData name="Richard Thomas" userId="30770937-3d53-462c-a2e0-179d44d98931" providerId="ADAL" clId="{1AD2B898-5C3E-4336-8C52-E7430B847043}" dt="2026-08-21T01:12:51.861" v="296" actId="20577"/>
          <ac:spMkLst>
            <pc:docMk/>
            <pc:sldMk cId="0" sldId="298"/>
            <ac:spMk id="2" creationId="{00000000-0000-0000-0000-000000000000}"/>
          </ac:spMkLst>
        </pc:spChg>
        <pc:spChg chg="mod">
          <ac:chgData name="Richard Thomas" userId="30770937-3d53-462c-a2e0-179d44d98931" providerId="ADAL" clId="{1AD2B898-5C3E-4336-8C52-E7430B847043}" dt="2026-08-21T01:15:36.269" v="348" actId="20577"/>
          <ac:spMkLst>
            <pc:docMk/>
            <pc:sldMk cId="0" sldId="298"/>
            <ac:spMk id="3" creationId="{00000000-0000-0000-0000-000000000000}"/>
          </ac:spMkLst>
        </pc:spChg>
      </pc:sldChg>
      <pc:sldChg chg="delSp modSp mod">
        <pc:chgData name="Richard Thomas" userId="30770937-3d53-462c-a2e0-179d44d98931" providerId="ADAL" clId="{1AD2B898-5C3E-4336-8C52-E7430B847043}" dt="2026-08-21T01:16:09.823" v="355" actId="20577"/>
        <pc:sldMkLst>
          <pc:docMk/>
          <pc:sldMk cId="0" sldId="299"/>
        </pc:sldMkLst>
        <pc:spChg chg="mod">
          <ac:chgData name="Richard Thomas" userId="30770937-3d53-462c-a2e0-179d44d98931" providerId="ADAL" clId="{1AD2B898-5C3E-4336-8C52-E7430B847043}" dt="2026-08-21T01:15:47.595" v="350" actId="20577"/>
          <ac:spMkLst>
            <pc:docMk/>
            <pc:sldMk cId="0" sldId="299"/>
            <ac:spMk id="2" creationId="{00000000-0000-0000-0000-000000000000}"/>
          </ac:spMkLst>
        </pc:spChg>
        <pc:spChg chg="mod">
          <ac:chgData name="Richard Thomas" userId="30770937-3d53-462c-a2e0-179d44d98931" providerId="ADAL" clId="{1AD2B898-5C3E-4336-8C52-E7430B847043}" dt="2026-08-21T01:16:09.823" v="355" actId="20577"/>
          <ac:spMkLst>
            <pc:docMk/>
            <pc:sldMk cId="0" sldId="299"/>
            <ac:spMk id="3" creationId="{00000000-0000-0000-0000-000000000000}"/>
          </ac:spMkLst>
        </pc:spChg>
      </pc:sldChg>
      <pc:sldChg chg="delSp modSp mod">
        <pc:chgData name="Richard Thomas" userId="30770937-3d53-462c-a2e0-179d44d98931" providerId="ADAL" clId="{1AD2B898-5C3E-4336-8C52-E7430B847043}" dt="2026-08-21T01:22:52.923" v="534" actId="6549"/>
        <pc:sldMkLst>
          <pc:docMk/>
          <pc:sldMk cId="0" sldId="300"/>
        </pc:sldMkLst>
        <pc:spChg chg="mod">
          <ac:chgData name="Richard Thomas" userId="30770937-3d53-462c-a2e0-179d44d98931" providerId="ADAL" clId="{1AD2B898-5C3E-4336-8C52-E7430B847043}" dt="2026-08-21T01:21:34.243" v="501" actId="20577"/>
          <ac:spMkLst>
            <pc:docMk/>
            <pc:sldMk cId="0" sldId="300"/>
            <ac:spMk id="2" creationId="{00000000-0000-0000-0000-000000000000}"/>
          </ac:spMkLst>
        </pc:spChg>
        <pc:spChg chg="mod">
          <ac:chgData name="Richard Thomas" userId="30770937-3d53-462c-a2e0-179d44d98931" providerId="ADAL" clId="{1AD2B898-5C3E-4336-8C52-E7430B847043}" dt="2026-08-21T01:22:52.923" v="534" actId="6549"/>
          <ac:spMkLst>
            <pc:docMk/>
            <pc:sldMk cId="0" sldId="300"/>
            <ac:spMk id="3" creationId="{00000000-0000-0000-0000-000000000000}"/>
          </ac:spMkLst>
        </pc:spChg>
      </pc:sldChg>
      <pc:sldChg chg="delSp modSp mod">
        <pc:chgData name="Richard Thomas" userId="30770937-3d53-462c-a2e0-179d44d98931" providerId="ADAL" clId="{1AD2B898-5C3E-4336-8C52-E7430B847043}" dt="2026-08-21T02:44:37.590" v="1929" actId="20577"/>
        <pc:sldMkLst>
          <pc:docMk/>
          <pc:sldMk cId="0" sldId="301"/>
        </pc:sldMkLst>
        <pc:spChg chg="mod">
          <ac:chgData name="Richard Thomas" userId="30770937-3d53-462c-a2e0-179d44d98931" providerId="ADAL" clId="{1AD2B898-5C3E-4336-8C52-E7430B847043}" dt="2026-08-21T01:26:10.569" v="590" actId="20577"/>
          <ac:spMkLst>
            <pc:docMk/>
            <pc:sldMk cId="0" sldId="301"/>
            <ac:spMk id="2" creationId="{00000000-0000-0000-0000-000000000000}"/>
          </ac:spMkLst>
        </pc:spChg>
        <pc:spChg chg="mod">
          <ac:chgData name="Richard Thomas" userId="30770937-3d53-462c-a2e0-179d44d98931" providerId="ADAL" clId="{1AD2B898-5C3E-4336-8C52-E7430B847043}" dt="2026-08-21T02:44:37.590" v="1929" actId="20577"/>
          <ac:spMkLst>
            <pc:docMk/>
            <pc:sldMk cId="0" sldId="301"/>
            <ac:spMk id="3" creationId="{00000000-0000-0000-0000-000000000000}"/>
          </ac:spMkLst>
        </pc:spChg>
      </pc:sldChg>
      <pc:sldChg chg="delSp modSp mod">
        <pc:chgData name="Richard Thomas" userId="30770937-3d53-462c-a2e0-179d44d98931" providerId="ADAL" clId="{1AD2B898-5C3E-4336-8C52-E7430B847043}" dt="2026-08-21T01:18:22.080" v="428" actId="478"/>
        <pc:sldMkLst>
          <pc:docMk/>
          <pc:sldMk cId="0" sldId="303"/>
        </pc:sldMkLst>
        <pc:spChg chg="mod">
          <ac:chgData name="Richard Thomas" userId="30770937-3d53-462c-a2e0-179d44d98931" providerId="ADAL" clId="{1AD2B898-5C3E-4336-8C52-E7430B847043}" dt="2026-08-21T01:16:24.091" v="357" actId="20577"/>
          <ac:spMkLst>
            <pc:docMk/>
            <pc:sldMk cId="0" sldId="303"/>
            <ac:spMk id="2" creationId="{00000000-0000-0000-0000-000000000000}"/>
          </ac:spMkLst>
        </pc:spChg>
        <pc:spChg chg="mod">
          <ac:chgData name="Richard Thomas" userId="30770937-3d53-462c-a2e0-179d44d98931" providerId="ADAL" clId="{1AD2B898-5C3E-4336-8C52-E7430B847043}" dt="2026-08-21T01:18:19.206" v="427" actId="20577"/>
          <ac:spMkLst>
            <pc:docMk/>
            <pc:sldMk cId="0" sldId="303"/>
            <ac:spMk id="3" creationId="{00000000-0000-0000-0000-000000000000}"/>
          </ac:spMkLst>
        </pc:spChg>
      </pc:sldChg>
      <pc:sldChg chg="delSp modSp mod">
        <pc:chgData name="Richard Thomas" userId="30770937-3d53-462c-a2e0-179d44d98931" providerId="ADAL" clId="{1AD2B898-5C3E-4336-8C52-E7430B847043}" dt="2026-08-21T01:20:16.693" v="489" actId="20577"/>
        <pc:sldMkLst>
          <pc:docMk/>
          <pc:sldMk cId="0" sldId="304"/>
        </pc:sldMkLst>
        <pc:spChg chg="mod">
          <ac:chgData name="Richard Thomas" userId="30770937-3d53-462c-a2e0-179d44d98931" providerId="ADAL" clId="{1AD2B898-5C3E-4336-8C52-E7430B847043}" dt="2026-08-21T01:18:47.137" v="430" actId="20577"/>
          <ac:spMkLst>
            <pc:docMk/>
            <pc:sldMk cId="0" sldId="304"/>
            <ac:spMk id="2" creationId="{00000000-0000-0000-0000-000000000000}"/>
          </ac:spMkLst>
        </pc:spChg>
        <pc:spChg chg="mod">
          <ac:chgData name="Richard Thomas" userId="30770937-3d53-462c-a2e0-179d44d98931" providerId="ADAL" clId="{1AD2B898-5C3E-4336-8C52-E7430B847043}" dt="2026-08-21T01:20:16.693" v="489" actId="20577"/>
          <ac:spMkLst>
            <pc:docMk/>
            <pc:sldMk cId="0" sldId="304"/>
            <ac:spMk id="3" creationId="{00000000-0000-0000-0000-000000000000}"/>
          </ac:spMkLst>
        </pc:spChg>
      </pc:sldChg>
      <pc:sldChg chg="delSp modSp mod">
        <pc:chgData name="Richard Thomas" userId="30770937-3d53-462c-a2e0-179d44d98931" providerId="ADAL" clId="{1AD2B898-5C3E-4336-8C52-E7430B847043}" dt="2026-08-21T04:02:49.986" v="4140" actId="403"/>
        <pc:sldMkLst>
          <pc:docMk/>
          <pc:sldMk cId="0" sldId="305"/>
        </pc:sldMkLst>
        <pc:spChg chg="mod">
          <ac:chgData name="Richard Thomas" userId="30770937-3d53-462c-a2e0-179d44d98931" providerId="ADAL" clId="{1AD2B898-5C3E-4336-8C52-E7430B847043}" dt="2026-08-21T01:20:34.461" v="492" actId="20577"/>
          <ac:spMkLst>
            <pc:docMk/>
            <pc:sldMk cId="0" sldId="305"/>
            <ac:spMk id="2" creationId="{00000000-0000-0000-0000-000000000000}"/>
          </ac:spMkLst>
        </pc:spChg>
        <pc:spChg chg="mod">
          <ac:chgData name="Richard Thomas" userId="30770937-3d53-462c-a2e0-179d44d98931" providerId="ADAL" clId="{1AD2B898-5C3E-4336-8C52-E7430B847043}" dt="2026-08-21T04:02:49.986" v="4140" actId="403"/>
          <ac:spMkLst>
            <pc:docMk/>
            <pc:sldMk cId="0" sldId="305"/>
            <ac:spMk id="3" creationId="{00000000-0000-0000-0000-000000000000}"/>
          </ac:spMkLst>
        </pc:spChg>
      </pc:sldChg>
      <pc:sldChg chg="delSp modSp mod modNotesTx">
        <pc:chgData name="Richard Thomas" userId="30770937-3d53-462c-a2e0-179d44d98931" providerId="ADAL" clId="{1AD2B898-5C3E-4336-8C52-E7430B847043}" dt="2026-08-22T11:27:14.673" v="5640" actId="20577"/>
        <pc:sldMkLst>
          <pc:docMk/>
          <pc:sldMk cId="0" sldId="306"/>
        </pc:sldMkLst>
        <pc:spChg chg="mod">
          <ac:chgData name="Richard Thomas" userId="30770937-3d53-462c-a2e0-179d44d98931" providerId="ADAL" clId="{1AD2B898-5C3E-4336-8C52-E7430B847043}" dt="2026-08-21T01:23:00.102" v="535" actId="20577"/>
          <ac:spMkLst>
            <pc:docMk/>
            <pc:sldMk cId="0" sldId="306"/>
            <ac:spMk id="2" creationId="{00000000-0000-0000-0000-000000000000}"/>
          </ac:spMkLst>
        </pc:spChg>
        <pc:spChg chg="mod">
          <ac:chgData name="Richard Thomas" userId="30770937-3d53-462c-a2e0-179d44d98931" providerId="ADAL" clId="{1AD2B898-5C3E-4336-8C52-E7430B847043}" dt="2026-08-21T05:54:41.413" v="4547" actId="20577"/>
          <ac:spMkLst>
            <pc:docMk/>
            <pc:sldMk cId="0" sldId="306"/>
            <ac:spMk id="3" creationId="{00000000-0000-0000-0000-000000000000}"/>
          </ac:spMkLst>
        </pc:spChg>
      </pc:sldChg>
      <pc:sldChg chg="delSp modSp mod modNotesTx">
        <pc:chgData name="Richard Thomas" userId="30770937-3d53-462c-a2e0-179d44d98931" providerId="ADAL" clId="{1AD2B898-5C3E-4336-8C52-E7430B847043}" dt="2026-08-22T11:27:24.802" v="5641" actId="20577"/>
        <pc:sldMkLst>
          <pc:docMk/>
          <pc:sldMk cId="0" sldId="307"/>
        </pc:sldMkLst>
        <pc:spChg chg="mod">
          <ac:chgData name="Richard Thomas" userId="30770937-3d53-462c-a2e0-179d44d98931" providerId="ADAL" clId="{1AD2B898-5C3E-4336-8C52-E7430B847043}" dt="2026-08-21T01:24:03.686" v="554" actId="20577"/>
          <ac:spMkLst>
            <pc:docMk/>
            <pc:sldMk cId="0" sldId="307"/>
            <ac:spMk id="2" creationId="{00000000-0000-0000-0000-000000000000}"/>
          </ac:spMkLst>
        </pc:spChg>
        <pc:spChg chg="mod">
          <ac:chgData name="Richard Thomas" userId="30770937-3d53-462c-a2e0-179d44d98931" providerId="ADAL" clId="{1AD2B898-5C3E-4336-8C52-E7430B847043}" dt="2026-08-21T01:24:41.458" v="566" actId="20577"/>
          <ac:spMkLst>
            <pc:docMk/>
            <pc:sldMk cId="0" sldId="307"/>
            <ac:spMk id="3" creationId="{00000000-0000-0000-0000-000000000000}"/>
          </ac:spMkLst>
        </pc:spChg>
      </pc:sldChg>
      <pc:sldChg chg="delSp modSp mod modNotesTx">
        <pc:chgData name="Richard Thomas" userId="30770937-3d53-462c-a2e0-179d44d98931" providerId="ADAL" clId="{1AD2B898-5C3E-4336-8C52-E7430B847043}" dt="2026-08-21T05:59:10.270" v="4755" actId="20577"/>
        <pc:sldMkLst>
          <pc:docMk/>
          <pc:sldMk cId="0" sldId="308"/>
        </pc:sldMkLst>
        <pc:spChg chg="mod">
          <ac:chgData name="Richard Thomas" userId="30770937-3d53-462c-a2e0-179d44d98931" providerId="ADAL" clId="{1AD2B898-5C3E-4336-8C52-E7430B847043}" dt="2026-08-21T01:24:58.447" v="569" actId="20577"/>
          <ac:spMkLst>
            <pc:docMk/>
            <pc:sldMk cId="0" sldId="308"/>
            <ac:spMk id="2" creationId="{00000000-0000-0000-0000-000000000000}"/>
          </ac:spMkLst>
        </pc:spChg>
        <pc:spChg chg="mod">
          <ac:chgData name="Richard Thomas" userId="30770937-3d53-462c-a2e0-179d44d98931" providerId="ADAL" clId="{1AD2B898-5C3E-4336-8C52-E7430B847043}" dt="2026-08-21T05:58:11.748" v="4589" actId="6549"/>
          <ac:spMkLst>
            <pc:docMk/>
            <pc:sldMk cId="0" sldId="308"/>
            <ac:spMk id="3" creationId="{00000000-0000-0000-0000-000000000000}"/>
          </ac:spMkLst>
        </pc:spChg>
      </pc:sldChg>
      <pc:sldChg chg="delSp modSp mod">
        <pc:chgData name="Richard Thomas" userId="30770937-3d53-462c-a2e0-179d44d98931" providerId="ADAL" clId="{1AD2B898-5C3E-4336-8C52-E7430B847043}" dt="2026-08-21T01:25:42.147" v="588" actId="20577"/>
        <pc:sldMkLst>
          <pc:docMk/>
          <pc:sldMk cId="0" sldId="309"/>
        </pc:sldMkLst>
        <pc:spChg chg="mod">
          <ac:chgData name="Richard Thomas" userId="30770937-3d53-462c-a2e0-179d44d98931" providerId="ADAL" clId="{1AD2B898-5C3E-4336-8C52-E7430B847043}" dt="2026-08-21T01:25:42.147" v="588" actId="20577"/>
          <ac:spMkLst>
            <pc:docMk/>
            <pc:sldMk cId="0" sldId="309"/>
            <ac:spMk id="2" creationId="{00000000-0000-0000-0000-000000000000}"/>
          </ac:spMkLst>
        </pc:spChg>
      </pc:sldChg>
      <pc:sldChg chg="delSp modSp mod">
        <pc:chgData name="Richard Thomas" userId="30770937-3d53-462c-a2e0-179d44d98931" providerId="ADAL" clId="{1AD2B898-5C3E-4336-8C52-E7430B847043}" dt="2026-08-21T02:47:38.127" v="2075" actId="20577"/>
        <pc:sldMkLst>
          <pc:docMk/>
          <pc:sldMk cId="0" sldId="310"/>
        </pc:sldMkLst>
        <pc:spChg chg="mod">
          <ac:chgData name="Richard Thomas" userId="30770937-3d53-462c-a2e0-179d44d98931" providerId="ADAL" clId="{1AD2B898-5C3E-4336-8C52-E7430B847043}" dt="2026-08-21T02:45:03.022" v="1953" actId="20577"/>
          <ac:spMkLst>
            <pc:docMk/>
            <pc:sldMk cId="0" sldId="310"/>
            <ac:spMk id="2" creationId="{00000000-0000-0000-0000-000000000000}"/>
          </ac:spMkLst>
        </pc:spChg>
        <pc:spChg chg="mod">
          <ac:chgData name="Richard Thomas" userId="30770937-3d53-462c-a2e0-179d44d98931" providerId="ADAL" clId="{1AD2B898-5C3E-4336-8C52-E7430B847043}" dt="2026-08-21T02:47:38.127" v="2075" actId="20577"/>
          <ac:spMkLst>
            <pc:docMk/>
            <pc:sldMk cId="0" sldId="310"/>
            <ac:spMk id="3" creationId="{00000000-0000-0000-0000-000000000000}"/>
          </ac:spMkLst>
        </pc:spChg>
      </pc:sldChg>
      <pc:sldChg chg="delSp modSp mod">
        <pc:chgData name="Richard Thomas" userId="30770937-3d53-462c-a2e0-179d44d98931" providerId="ADAL" clId="{1AD2B898-5C3E-4336-8C52-E7430B847043}" dt="2026-08-21T02:44:53.842" v="1941" actId="20577"/>
        <pc:sldMkLst>
          <pc:docMk/>
          <pc:sldMk cId="0" sldId="311"/>
        </pc:sldMkLst>
        <pc:spChg chg="mod">
          <ac:chgData name="Richard Thomas" userId="30770937-3d53-462c-a2e0-179d44d98931" providerId="ADAL" clId="{1AD2B898-5C3E-4336-8C52-E7430B847043}" dt="2026-08-21T02:44:53.842" v="1941" actId="20577"/>
          <ac:spMkLst>
            <pc:docMk/>
            <pc:sldMk cId="0" sldId="311"/>
            <ac:spMk id="2" creationId="{00000000-0000-0000-0000-000000000000}"/>
          </ac:spMkLst>
        </pc:spChg>
        <pc:spChg chg="mod">
          <ac:chgData name="Richard Thomas" userId="30770937-3d53-462c-a2e0-179d44d98931" providerId="ADAL" clId="{1AD2B898-5C3E-4336-8C52-E7430B847043}" dt="2026-08-21T01:29:41.055" v="690" actId="6549"/>
          <ac:spMkLst>
            <pc:docMk/>
            <pc:sldMk cId="0" sldId="311"/>
            <ac:spMk id="3" creationId="{00000000-0000-0000-0000-000000000000}"/>
          </ac:spMkLst>
        </pc:spChg>
      </pc:sldChg>
      <pc:sldChg chg="delSp modSp mod">
        <pc:chgData name="Richard Thomas" userId="30770937-3d53-462c-a2e0-179d44d98931" providerId="ADAL" clId="{1AD2B898-5C3E-4336-8C52-E7430B847043}" dt="2026-08-21T02:10:50.537" v="934" actId="478"/>
        <pc:sldMkLst>
          <pc:docMk/>
          <pc:sldMk cId="0" sldId="315"/>
        </pc:sldMkLst>
        <pc:spChg chg="mod">
          <ac:chgData name="Richard Thomas" userId="30770937-3d53-462c-a2e0-179d44d98931" providerId="ADAL" clId="{1AD2B898-5C3E-4336-8C52-E7430B847043}" dt="2026-08-21T02:10:04.983" v="930" actId="6549"/>
          <ac:spMkLst>
            <pc:docMk/>
            <pc:sldMk cId="0" sldId="315"/>
            <ac:spMk id="2" creationId="{00000000-0000-0000-0000-000000000000}"/>
          </ac:spMkLst>
        </pc:spChg>
        <pc:spChg chg="mod">
          <ac:chgData name="Richard Thomas" userId="30770937-3d53-462c-a2e0-179d44d98931" providerId="ADAL" clId="{1AD2B898-5C3E-4336-8C52-E7430B847043}" dt="2026-08-21T02:10:45.233" v="933" actId="14100"/>
          <ac:spMkLst>
            <pc:docMk/>
            <pc:sldMk cId="0" sldId="315"/>
            <ac:spMk id="3" creationId="{00000000-0000-0000-0000-000000000000}"/>
          </ac:spMkLst>
        </pc:spChg>
      </pc:sldChg>
      <pc:sldChg chg="delSp modSp mod">
        <pc:chgData name="Richard Thomas" userId="30770937-3d53-462c-a2e0-179d44d98931" providerId="ADAL" clId="{1AD2B898-5C3E-4336-8C52-E7430B847043}" dt="2026-08-21T02:15:17.016" v="993" actId="1036"/>
        <pc:sldMkLst>
          <pc:docMk/>
          <pc:sldMk cId="0" sldId="316"/>
        </pc:sldMkLst>
        <pc:spChg chg="mod">
          <ac:chgData name="Richard Thomas" userId="30770937-3d53-462c-a2e0-179d44d98931" providerId="ADAL" clId="{1AD2B898-5C3E-4336-8C52-E7430B847043}" dt="2026-08-21T02:15:17.016" v="993" actId="1036"/>
          <ac:spMkLst>
            <pc:docMk/>
            <pc:sldMk cId="0" sldId="316"/>
            <ac:spMk id="6" creationId="{00000000-0000-0000-0000-000000000000}"/>
          </ac:spMkLst>
        </pc:spChg>
        <pc:spChg chg="mod">
          <ac:chgData name="Richard Thomas" userId="30770937-3d53-462c-a2e0-179d44d98931" providerId="ADAL" clId="{1AD2B898-5C3E-4336-8C52-E7430B847043}" dt="2026-08-21T02:15:17.016" v="993" actId="1036"/>
          <ac:spMkLst>
            <pc:docMk/>
            <pc:sldMk cId="0" sldId="316"/>
            <ac:spMk id="16387" creationId="{00000000-0000-0000-0000-000000000000}"/>
          </ac:spMkLst>
        </pc:spChg>
      </pc:sldChg>
      <pc:sldChg chg="delSp modSp mod">
        <pc:chgData name="Richard Thomas" userId="30770937-3d53-462c-a2e0-179d44d98931" providerId="ADAL" clId="{1AD2B898-5C3E-4336-8C52-E7430B847043}" dt="2026-08-21T01:04:18.389" v="176" actId="20577"/>
        <pc:sldMkLst>
          <pc:docMk/>
          <pc:sldMk cId="2036704246" sldId="328"/>
        </pc:sldMkLst>
        <pc:spChg chg="mod">
          <ac:chgData name="Richard Thomas" userId="30770937-3d53-462c-a2e0-179d44d98931" providerId="ADAL" clId="{1AD2B898-5C3E-4336-8C52-E7430B847043}" dt="2026-08-21T01:04:18.389" v="176" actId="20577"/>
          <ac:spMkLst>
            <pc:docMk/>
            <pc:sldMk cId="2036704246" sldId="328"/>
            <ac:spMk id="2" creationId="{00000000-0000-0000-0000-000000000000}"/>
          </ac:spMkLst>
        </pc:spChg>
      </pc:sldChg>
      <pc:sldChg chg="delSp modSp mod">
        <pc:chgData name="Richard Thomas" userId="30770937-3d53-462c-a2e0-179d44d98931" providerId="ADAL" clId="{1AD2B898-5C3E-4336-8C52-E7430B847043}" dt="2026-08-21T01:03:31.431" v="172" actId="20577"/>
        <pc:sldMkLst>
          <pc:docMk/>
          <pc:sldMk cId="1121805179" sldId="329"/>
        </pc:sldMkLst>
        <pc:spChg chg="mod">
          <ac:chgData name="Richard Thomas" userId="30770937-3d53-462c-a2e0-179d44d98931" providerId="ADAL" clId="{1AD2B898-5C3E-4336-8C52-E7430B847043}" dt="2026-08-21T01:03:31.431" v="172" actId="20577"/>
          <ac:spMkLst>
            <pc:docMk/>
            <pc:sldMk cId="1121805179" sldId="329"/>
            <ac:spMk id="2" creationId="{00000000-0000-0000-0000-000000000000}"/>
          </ac:spMkLst>
        </pc:spChg>
      </pc:sldChg>
      <pc:sldChg chg="delSp modSp mod">
        <pc:chgData name="Richard Thomas" userId="30770937-3d53-462c-a2e0-179d44d98931" providerId="ADAL" clId="{1AD2B898-5C3E-4336-8C52-E7430B847043}" dt="2026-08-21T01:21:23.383" v="498" actId="478"/>
        <pc:sldMkLst>
          <pc:docMk/>
          <pc:sldMk cId="3918975897" sldId="330"/>
        </pc:sldMkLst>
        <pc:spChg chg="mod">
          <ac:chgData name="Richard Thomas" userId="30770937-3d53-462c-a2e0-179d44d98931" providerId="ADAL" clId="{1AD2B898-5C3E-4336-8C52-E7430B847043}" dt="2026-08-21T01:21:08.159" v="497" actId="20577"/>
          <ac:spMkLst>
            <pc:docMk/>
            <pc:sldMk cId="3918975897" sldId="330"/>
            <ac:spMk id="2" creationId="{00000000-0000-0000-0000-000000000000}"/>
          </ac:spMkLst>
        </pc:spChg>
      </pc:sldChg>
      <pc:sldChg chg="delSp modSp mod">
        <pc:chgData name="Richard Thomas" userId="30770937-3d53-462c-a2e0-179d44d98931" providerId="ADAL" clId="{1AD2B898-5C3E-4336-8C52-E7430B847043}" dt="2026-08-21T02:48:23.153" v="2134" actId="20577"/>
        <pc:sldMkLst>
          <pc:docMk/>
          <pc:sldMk cId="3090485339" sldId="331"/>
        </pc:sldMkLst>
        <pc:spChg chg="mod">
          <ac:chgData name="Richard Thomas" userId="30770937-3d53-462c-a2e0-179d44d98931" providerId="ADAL" clId="{1AD2B898-5C3E-4336-8C52-E7430B847043}" dt="2026-08-21T02:47:48.002" v="2083" actId="20577"/>
          <ac:spMkLst>
            <pc:docMk/>
            <pc:sldMk cId="3090485339" sldId="331"/>
            <ac:spMk id="2" creationId="{00000000-0000-0000-0000-000000000000}"/>
          </ac:spMkLst>
        </pc:spChg>
        <pc:spChg chg="mod">
          <ac:chgData name="Richard Thomas" userId="30770937-3d53-462c-a2e0-179d44d98931" providerId="ADAL" clId="{1AD2B898-5C3E-4336-8C52-E7430B847043}" dt="2026-08-21T02:48:23.153" v="2134" actId="20577"/>
          <ac:spMkLst>
            <pc:docMk/>
            <pc:sldMk cId="3090485339" sldId="331"/>
            <ac:spMk id="3" creationId="{00000000-0000-0000-0000-000000000000}"/>
          </ac:spMkLst>
        </pc:spChg>
      </pc:sldChg>
      <pc:sldChg chg="delSp modSp mod">
        <pc:chgData name="Richard Thomas" userId="30770937-3d53-462c-a2e0-179d44d98931" providerId="ADAL" clId="{1AD2B898-5C3E-4336-8C52-E7430B847043}" dt="2026-08-21T02:26:22.830" v="1041" actId="20577"/>
        <pc:sldMkLst>
          <pc:docMk/>
          <pc:sldMk cId="1610917383" sldId="332"/>
        </pc:sldMkLst>
        <pc:spChg chg="mod">
          <ac:chgData name="Richard Thomas" userId="30770937-3d53-462c-a2e0-179d44d98931" providerId="ADAL" clId="{1AD2B898-5C3E-4336-8C52-E7430B847043}" dt="2026-08-21T02:25:27.832" v="1013" actId="20577"/>
          <ac:spMkLst>
            <pc:docMk/>
            <pc:sldMk cId="1610917383" sldId="332"/>
            <ac:spMk id="2" creationId="{00000000-0000-0000-0000-000000000000}"/>
          </ac:spMkLst>
        </pc:spChg>
        <pc:spChg chg="mod">
          <ac:chgData name="Richard Thomas" userId="30770937-3d53-462c-a2e0-179d44d98931" providerId="ADAL" clId="{1AD2B898-5C3E-4336-8C52-E7430B847043}" dt="2026-08-21T02:26:22.830" v="1041" actId="20577"/>
          <ac:spMkLst>
            <pc:docMk/>
            <pc:sldMk cId="1610917383" sldId="332"/>
            <ac:spMk id="3" creationId="{00000000-0000-0000-0000-000000000000}"/>
          </ac:spMkLst>
        </pc:spChg>
      </pc:sldChg>
      <pc:sldChg chg="delSp modSp mod">
        <pc:chgData name="Richard Thomas" userId="30770937-3d53-462c-a2e0-179d44d98931" providerId="ADAL" clId="{1AD2B898-5C3E-4336-8C52-E7430B847043}" dt="2026-08-21T02:28:00.878" v="1057" actId="33524"/>
        <pc:sldMkLst>
          <pc:docMk/>
          <pc:sldMk cId="2137521757" sldId="333"/>
        </pc:sldMkLst>
        <pc:spChg chg="mod">
          <ac:chgData name="Richard Thomas" userId="30770937-3d53-462c-a2e0-179d44d98931" providerId="ADAL" clId="{1AD2B898-5C3E-4336-8C52-E7430B847043}" dt="2026-08-21T02:26:31.459" v="1042" actId="20577"/>
          <ac:spMkLst>
            <pc:docMk/>
            <pc:sldMk cId="2137521757" sldId="333"/>
            <ac:spMk id="2" creationId="{00000000-0000-0000-0000-000000000000}"/>
          </ac:spMkLst>
        </pc:spChg>
        <pc:spChg chg="mod">
          <ac:chgData name="Richard Thomas" userId="30770937-3d53-462c-a2e0-179d44d98931" providerId="ADAL" clId="{1AD2B898-5C3E-4336-8C52-E7430B847043}" dt="2026-08-21T02:28:00.878" v="1057" actId="33524"/>
          <ac:spMkLst>
            <pc:docMk/>
            <pc:sldMk cId="2137521757" sldId="333"/>
            <ac:spMk id="3" creationId="{00000000-0000-0000-0000-000000000000}"/>
          </ac:spMkLst>
        </pc:spChg>
      </pc:sldChg>
      <pc:sldChg chg="addSp delSp modSp mod modNotesTx">
        <pc:chgData name="Richard Thomas" userId="30770937-3d53-462c-a2e0-179d44d98931" providerId="ADAL" clId="{1AD2B898-5C3E-4336-8C52-E7430B847043}" dt="2026-08-21T03:02:22.822" v="2537" actId="20577"/>
        <pc:sldMkLst>
          <pc:docMk/>
          <pc:sldMk cId="1636161276" sldId="335"/>
        </pc:sldMkLst>
        <pc:spChg chg="mod">
          <ac:chgData name="Richard Thomas" userId="30770937-3d53-462c-a2e0-179d44d98931" providerId="ADAL" clId="{1AD2B898-5C3E-4336-8C52-E7430B847043}" dt="2026-08-21T02:49:59.414" v="2157" actId="1076"/>
          <ac:spMkLst>
            <pc:docMk/>
            <pc:sldMk cId="1636161276" sldId="335"/>
            <ac:spMk id="2" creationId="{00000000-0000-0000-0000-000000000000}"/>
          </ac:spMkLst>
        </pc:spChg>
        <pc:spChg chg="add mod">
          <ac:chgData name="Richard Thomas" userId="30770937-3d53-462c-a2e0-179d44d98931" providerId="ADAL" clId="{1AD2B898-5C3E-4336-8C52-E7430B847043}" dt="2026-08-21T03:02:22.822" v="2537" actId="20577"/>
          <ac:spMkLst>
            <pc:docMk/>
            <pc:sldMk cId="1636161276" sldId="335"/>
            <ac:spMk id="3" creationId="{38E20052-6C98-FCBE-D841-CC0D6947CD4D}"/>
          </ac:spMkLst>
        </pc:spChg>
      </pc:sldChg>
      <pc:sldChg chg="add">
        <pc:chgData name="Richard Thomas" userId="30770937-3d53-462c-a2e0-179d44d98931" providerId="ADAL" clId="{1AD2B898-5C3E-4336-8C52-E7430B847043}" dt="2026-08-21T02:30:29.590" v="1270"/>
        <pc:sldMkLst>
          <pc:docMk/>
          <pc:sldMk cId="386607893" sldId="336"/>
        </pc:sldMkLst>
      </pc:sldChg>
      <pc:sldChg chg="modSp new mod">
        <pc:chgData name="Richard Thomas" userId="30770937-3d53-462c-a2e0-179d44d98931" providerId="ADAL" clId="{1AD2B898-5C3E-4336-8C52-E7430B847043}" dt="2026-08-21T02:35:41.392" v="1559" actId="6549"/>
        <pc:sldMkLst>
          <pc:docMk/>
          <pc:sldMk cId="374400084" sldId="337"/>
        </pc:sldMkLst>
        <pc:spChg chg="mod">
          <ac:chgData name="Richard Thomas" userId="30770937-3d53-462c-a2e0-179d44d98931" providerId="ADAL" clId="{1AD2B898-5C3E-4336-8C52-E7430B847043}" dt="2026-08-21T02:33:28.063" v="1356" actId="20577"/>
          <ac:spMkLst>
            <pc:docMk/>
            <pc:sldMk cId="374400084" sldId="337"/>
            <ac:spMk id="2" creationId="{EF9BC6E6-9414-8FEB-779C-E7E006383251}"/>
          </ac:spMkLst>
        </pc:spChg>
        <pc:spChg chg="mod">
          <ac:chgData name="Richard Thomas" userId="30770937-3d53-462c-a2e0-179d44d98931" providerId="ADAL" clId="{1AD2B898-5C3E-4336-8C52-E7430B847043}" dt="2026-08-21T02:35:41.392" v="1559" actId="6549"/>
          <ac:spMkLst>
            <pc:docMk/>
            <pc:sldMk cId="374400084" sldId="337"/>
            <ac:spMk id="3" creationId="{755BD0DA-2367-2BC9-9943-AD7A6ABA7B7F}"/>
          </ac:spMkLst>
        </pc:spChg>
      </pc:sldChg>
      <pc:sldChg chg="modSp new mod">
        <pc:chgData name="Richard Thomas" userId="30770937-3d53-462c-a2e0-179d44d98931" providerId="ADAL" clId="{1AD2B898-5C3E-4336-8C52-E7430B847043}" dt="2026-08-21T02:36:59.118" v="1625" actId="313"/>
        <pc:sldMkLst>
          <pc:docMk/>
          <pc:sldMk cId="2684274377" sldId="338"/>
        </pc:sldMkLst>
        <pc:spChg chg="mod">
          <ac:chgData name="Richard Thomas" userId="30770937-3d53-462c-a2e0-179d44d98931" providerId="ADAL" clId="{1AD2B898-5C3E-4336-8C52-E7430B847043}" dt="2026-08-21T02:36:18.879" v="1577" actId="20577"/>
          <ac:spMkLst>
            <pc:docMk/>
            <pc:sldMk cId="2684274377" sldId="338"/>
            <ac:spMk id="2" creationId="{D61A94E9-F4DA-86AA-9286-694FDF008553}"/>
          </ac:spMkLst>
        </pc:spChg>
        <pc:spChg chg="mod">
          <ac:chgData name="Richard Thomas" userId="30770937-3d53-462c-a2e0-179d44d98931" providerId="ADAL" clId="{1AD2B898-5C3E-4336-8C52-E7430B847043}" dt="2026-08-21T02:36:59.118" v="1625" actId="313"/>
          <ac:spMkLst>
            <pc:docMk/>
            <pc:sldMk cId="2684274377" sldId="338"/>
            <ac:spMk id="3" creationId="{B520D1F0-A8CD-9291-253C-E174C09D460D}"/>
          </ac:spMkLst>
        </pc:spChg>
      </pc:sldChg>
      <pc:sldChg chg="modSp new mod">
        <pc:chgData name="Richard Thomas" userId="30770937-3d53-462c-a2e0-179d44d98931" providerId="ADAL" clId="{1AD2B898-5C3E-4336-8C52-E7430B847043}" dt="2026-08-21T02:38:09.558" v="1717" actId="20577"/>
        <pc:sldMkLst>
          <pc:docMk/>
          <pc:sldMk cId="4154662634" sldId="339"/>
        </pc:sldMkLst>
        <pc:spChg chg="mod">
          <ac:chgData name="Richard Thomas" userId="30770937-3d53-462c-a2e0-179d44d98931" providerId="ADAL" clId="{1AD2B898-5C3E-4336-8C52-E7430B847043}" dt="2026-08-21T02:37:11.808" v="1634" actId="20577"/>
          <ac:spMkLst>
            <pc:docMk/>
            <pc:sldMk cId="4154662634" sldId="339"/>
            <ac:spMk id="2" creationId="{0636EBD1-3D21-EA22-5B18-1ED133EE6ED6}"/>
          </ac:spMkLst>
        </pc:spChg>
        <pc:spChg chg="mod">
          <ac:chgData name="Richard Thomas" userId="30770937-3d53-462c-a2e0-179d44d98931" providerId="ADAL" clId="{1AD2B898-5C3E-4336-8C52-E7430B847043}" dt="2026-08-21T02:38:09.558" v="1717" actId="20577"/>
          <ac:spMkLst>
            <pc:docMk/>
            <pc:sldMk cId="4154662634" sldId="339"/>
            <ac:spMk id="3" creationId="{44373CA8-A91F-12C1-43C8-E04C11EDC2A0}"/>
          </ac:spMkLst>
        </pc:spChg>
      </pc:sldChg>
      <pc:sldChg chg="modSp new mod">
        <pc:chgData name="Richard Thomas" userId="30770937-3d53-462c-a2e0-179d44d98931" providerId="ADAL" clId="{1AD2B898-5C3E-4336-8C52-E7430B847043}" dt="2026-08-21T02:41:22.221" v="1900" actId="20577"/>
        <pc:sldMkLst>
          <pc:docMk/>
          <pc:sldMk cId="1915628999" sldId="340"/>
        </pc:sldMkLst>
        <pc:spChg chg="mod">
          <ac:chgData name="Richard Thomas" userId="30770937-3d53-462c-a2e0-179d44d98931" providerId="ADAL" clId="{1AD2B898-5C3E-4336-8C52-E7430B847043}" dt="2026-08-21T02:38:25.568" v="1728" actId="20577"/>
          <ac:spMkLst>
            <pc:docMk/>
            <pc:sldMk cId="1915628999" sldId="340"/>
            <ac:spMk id="2" creationId="{A3B9A8CC-7D7D-A91D-435A-99FDF58C48F5}"/>
          </ac:spMkLst>
        </pc:spChg>
        <pc:spChg chg="mod">
          <ac:chgData name="Richard Thomas" userId="30770937-3d53-462c-a2e0-179d44d98931" providerId="ADAL" clId="{1AD2B898-5C3E-4336-8C52-E7430B847043}" dt="2026-08-21T02:41:22.221" v="1900" actId="20577"/>
          <ac:spMkLst>
            <pc:docMk/>
            <pc:sldMk cId="1915628999" sldId="340"/>
            <ac:spMk id="3" creationId="{2661879A-F454-41A2-469B-D469DFE58784}"/>
          </ac:spMkLst>
        </pc:spChg>
      </pc:sldChg>
      <pc:sldChg chg="add">
        <pc:chgData name="Richard Thomas" userId="30770937-3d53-462c-a2e0-179d44d98931" providerId="ADAL" clId="{1AD2B898-5C3E-4336-8C52-E7430B847043}" dt="2026-08-21T02:48:34.571" v="2135"/>
        <pc:sldMkLst>
          <pc:docMk/>
          <pc:sldMk cId="25260876" sldId="341"/>
        </pc:sldMkLst>
      </pc:sldChg>
      <pc:sldChg chg="add">
        <pc:chgData name="Richard Thomas" userId="30770937-3d53-462c-a2e0-179d44d98931" providerId="ADAL" clId="{1AD2B898-5C3E-4336-8C52-E7430B847043}" dt="2026-08-23T10:01:28.358" v="8137"/>
        <pc:sldMkLst>
          <pc:docMk/>
          <pc:sldMk cId="65920546" sldId="342"/>
        </pc:sldMkLst>
      </pc:sldChg>
      <pc:sldChg chg="addSp modSp new del mod modNotesTx">
        <pc:chgData name="Richard Thomas" userId="30770937-3d53-462c-a2e0-179d44d98931" providerId="ADAL" clId="{1AD2B898-5C3E-4336-8C52-E7430B847043}" dt="2026-08-23T10:01:20.759" v="8136" actId="2696"/>
        <pc:sldMkLst>
          <pc:docMk/>
          <pc:sldMk cId="4158149142" sldId="342"/>
        </pc:sldMkLst>
      </pc:sldChg>
      <pc:sldChg chg="add">
        <pc:chgData name="Richard Thomas" userId="30770937-3d53-462c-a2e0-179d44d98931" providerId="ADAL" clId="{1AD2B898-5C3E-4336-8C52-E7430B847043}" dt="2026-08-23T10:01:28.358" v="8137"/>
        <pc:sldMkLst>
          <pc:docMk/>
          <pc:sldMk cId="2760508122" sldId="343"/>
        </pc:sldMkLst>
      </pc:sldChg>
      <pc:sldChg chg="addSp modSp new del mod">
        <pc:chgData name="Richard Thomas" userId="30770937-3d53-462c-a2e0-179d44d98931" providerId="ADAL" clId="{1AD2B898-5C3E-4336-8C52-E7430B847043}" dt="2026-08-23T10:01:20.759" v="8136" actId="2696"/>
        <pc:sldMkLst>
          <pc:docMk/>
          <pc:sldMk cId="3491731540" sldId="343"/>
        </pc:sldMkLst>
      </pc:sldChg>
      <pc:sldChg chg="add">
        <pc:chgData name="Richard Thomas" userId="30770937-3d53-462c-a2e0-179d44d98931" providerId="ADAL" clId="{1AD2B898-5C3E-4336-8C52-E7430B847043}" dt="2026-08-23T10:01:28.358" v="8137"/>
        <pc:sldMkLst>
          <pc:docMk/>
          <pc:sldMk cId="1792856730" sldId="344"/>
        </pc:sldMkLst>
      </pc:sldChg>
      <pc:sldChg chg="addSp modSp new del mod">
        <pc:chgData name="Richard Thomas" userId="30770937-3d53-462c-a2e0-179d44d98931" providerId="ADAL" clId="{1AD2B898-5C3E-4336-8C52-E7430B847043}" dt="2026-08-23T10:01:20.759" v="8136" actId="2696"/>
        <pc:sldMkLst>
          <pc:docMk/>
          <pc:sldMk cId="2552251018" sldId="344"/>
        </pc:sldMkLst>
      </pc:sldChg>
      <pc:sldChg chg="addSp delSp modSp new mod modNotesTx">
        <pc:chgData name="Richard Thomas" userId="30770937-3d53-462c-a2e0-179d44d98931" providerId="ADAL" clId="{1AD2B898-5C3E-4336-8C52-E7430B847043}" dt="2026-08-23T10:36:29.535" v="10864" actId="20577"/>
        <pc:sldMkLst>
          <pc:docMk/>
          <pc:sldMk cId="414327761" sldId="345"/>
        </pc:sldMkLst>
        <pc:spChg chg="mod">
          <ac:chgData name="Richard Thomas" userId="30770937-3d53-462c-a2e0-179d44d98931" providerId="ADAL" clId="{1AD2B898-5C3E-4336-8C52-E7430B847043}" dt="2026-08-21T02:54:39.824" v="2393" actId="14100"/>
          <ac:spMkLst>
            <pc:docMk/>
            <pc:sldMk cId="414327761" sldId="345"/>
            <ac:spMk id="2" creationId="{3CD6D444-3026-6C5F-591E-F8C5A64D4C69}"/>
          </ac:spMkLst>
        </pc:spChg>
        <pc:spChg chg="add mod">
          <ac:chgData name="Richard Thomas" userId="30770937-3d53-462c-a2e0-179d44d98931" providerId="ADAL" clId="{1AD2B898-5C3E-4336-8C52-E7430B847043}" dt="2026-08-21T02:56:39.230" v="2409"/>
          <ac:spMkLst>
            <pc:docMk/>
            <pc:sldMk cId="414327761" sldId="345"/>
            <ac:spMk id="7" creationId="{115FED0A-F211-E2E8-4D8B-71139762DF4C}"/>
          </ac:spMkLst>
        </pc:spChg>
        <pc:graphicFrameChg chg="add mod">
          <ac:chgData name="Richard Thomas" userId="30770937-3d53-462c-a2e0-179d44d98931" providerId="ADAL" clId="{1AD2B898-5C3E-4336-8C52-E7430B847043}" dt="2026-08-21T02:54:53.223" v="2396" actId="1076"/>
          <ac:graphicFrameMkLst>
            <pc:docMk/>
            <pc:sldMk cId="414327761" sldId="345"/>
            <ac:graphicFrameMk id="6" creationId="{74EF7FCA-2DFB-612D-A7A9-836489BFB08C}"/>
          </ac:graphicFrameMkLst>
        </pc:graphicFrameChg>
      </pc:sldChg>
      <pc:sldChg chg="addSp modSp new mod modNotesTx">
        <pc:chgData name="Richard Thomas" userId="30770937-3d53-462c-a2e0-179d44d98931" providerId="ADAL" clId="{1AD2B898-5C3E-4336-8C52-E7430B847043}" dt="2026-08-23T10:38:02.205" v="11067" actId="20577"/>
        <pc:sldMkLst>
          <pc:docMk/>
          <pc:sldMk cId="2841400819" sldId="346"/>
        </pc:sldMkLst>
        <pc:spChg chg="mod">
          <ac:chgData name="Richard Thomas" userId="30770937-3d53-462c-a2e0-179d44d98931" providerId="ADAL" clId="{1AD2B898-5C3E-4336-8C52-E7430B847043}" dt="2026-08-21T02:55:09.918" v="2398"/>
          <ac:spMkLst>
            <pc:docMk/>
            <pc:sldMk cId="2841400819" sldId="346"/>
            <ac:spMk id="2" creationId="{37BC98D1-5FBB-8B19-E822-3F1A48B1847A}"/>
          </ac:spMkLst>
        </pc:spChg>
        <pc:spChg chg="mod">
          <ac:chgData name="Richard Thomas" userId="30770937-3d53-462c-a2e0-179d44d98931" providerId="ADAL" clId="{1AD2B898-5C3E-4336-8C52-E7430B847043}" dt="2026-08-21T02:56:26.732" v="2408" actId="14100"/>
          <ac:spMkLst>
            <pc:docMk/>
            <pc:sldMk cId="2841400819" sldId="346"/>
            <ac:spMk id="3" creationId="{035A0884-C7AF-8636-C0B8-EB4A98D493F7}"/>
          </ac:spMkLst>
        </pc:spChg>
        <pc:graphicFrameChg chg="add mod">
          <ac:chgData name="Richard Thomas" userId="30770937-3d53-462c-a2e0-179d44d98931" providerId="ADAL" clId="{1AD2B898-5C3E-4336-8C52-E7430B847043}" dt="2026-08-21T02:55:43.960" v="2400" actId="1076"/>
          <ac:graphicFrameMkLst>
            <pc:docMk/>
            <pc:sldMk cId="2841400819" sldId="346"/>
            <ac:graphicFrameMk id="6" creationId="{FA3EC2F1-B6B8-0063-A62E-53862E44FC40}"/>
          </ac:graphicFrameMkLst>
        </pc:graphicFrameChg>
      </pc:sldChg>
      <pc:sldChg chg="modSp new mod">
        <pc:chgData name="Richard Thomas" userId="30770937-3d53-462c-a2e0-179d44d98931" providerId="ADAL" clId="{1AD2B898-5C3E-4336-8C52-E7430B847043}" dt="2026-08-21T03:00:53.567" v="2533" actId="20577"/>
        <pc:sldMkLst>
          <pc:docMk/>
          <pc:sldMk cId="4262867713" sldId="347"/>
        </pc:sldMkLst>
        <pc:spChg chg="mod">
          <ac:chgData name="Richard Thomas" userId="30770937-3d53-462c-a2e0-179d44d98931" providerId="ADAL" clId="{1AD2B898-5C3E-4336-8C52-E7430B847043}" dt="2026-08-21T02:59:31.037" v="2524" actId="20577"/>
          <ac:spMkLst>
            <pc:docMk/>
            <pc:sldMk cId="4262867713" sldId="347"/>
            <ac:spMk id="2" creationId="{6D92F5F6-5E8E-8D21-57CF-7F575C108DE7}"/>
          </ac:spMkLst>
        </pc:spChg>
        <pc:spChg chg="mod">
          <ac:chgData name="Richard Thomas" userId="30770937-3d53-462c-a2e0-179d44d98931" providerId="ADAL" clId="{1AD2B898-5C3E-4336-8C52-E7430B847043}" dt="2026-08-21T03:00:53.567" v="2533" actId="20577"/>
          <ac:spMkLst>
            <pc:docMk/>
            <pc:sldMk cId="4262867713" sldId="347"/>
            <ac:spMk id="3" creationId="{781D0CD3-7D4A-A8CD-9237-EF47077DFEDD}"/>
          </ac:spMkLst>
        </pc:spChg>
      </pc:sldChg>
      <pc:sldChg chg="modSp new mod ord">
        <pc:chgData name="Richard Thomas" userId="30770937-3d53-462c-a2e0-179d44d98931" providerId="ADAL" clId="{1AD2B898-5C3E-4336-8C52-E7430B847043}" dt="2026-08-23T10:35:42.955" v="10804"/>
        <pc:sldMkLst>
          <pc:docMk/>
          <pc:sldMk cId="1297851009" sldId="348"/>
        </pc:sldMkLst>
        <pc:spChg chg="mod">
          <ac:chgData name="Richard Thomas" userId="30770937-3d53-462c-a2e0-179d44d98931" providerId="ADAL" clId="{1AD2B898-5C3E-4336-8C52-E7430B847043}" dt="2026-08-21T03:05:54.799" v="2697" actId="20577"/>
          <ac:spMkLst>
            <pc:docMk/>
            <pc:sldMk cId="1297851009" sldId="348"/>
            <ac:spMk id="2" creationId="{ED9DDFB4-E648-67A4-1970-86DA72B9F596}"/>
          </ac:spMkLst>
        </pc:spChg>
        <pc:spChg chg="mod">
          <ac:chgData name="Richard Thomas" userId="30770937-3d53-462c-a2e0-179d44d98931" providerId="ADAL" clId="{1AD2B898-5C3E-4336-8C52-E7430B847043}" dt="2026-08-21T03:06:59.651" v="2716" actId="20577"/>
          <ac:spMkLst>
            <pc:docMk/>
            <pc:sldMk cId="1297851009" sldId="348"/>
            <ac:spMk id="3" creationId="{8C2413F9-F43D-C1E3-FA60-FF73EC5E35B7}"/>
          </ac:spMkLst>
        </pc:spChg>
      </pc:sldChg>
      <pc:sldChg chg="modSp new mod modShow">
        <pc:chgData name="Richard Thomas" userId="30770937-3d53-462c-a2e0-179d44d98931" providerId="ADAL" clId="{1AD2B898-5C3E-4336-8C52-E7430B847043}" dt="2026-08-23T09:58:19.511" v="8084" actId="729"/>
        <pc:sldMkLst>
          <pc:docMk/>
          <pc:sldMk cId="570046466" sldId="349"/>
        </pc:sldMkLst>
        <pc:spChg chg="mod">
          <ac:chgData name="Richard Thomas" userId="30770937-3d53-462c-a2e0-179d44d98931" providerId="ADAL" clId="{1AD2B898-5C3E-4336-8C52-E7430B847043}" dt="2026-08-21T04:30:50.625" v="4279" actId="20577"/>
          <ac:spMkLst>
            <pc:docMk/>
            <pc:sldMk cId="570046466" sldId="349"/>
            <ac:spMk id="2" creationId="{5E7C706D-7027-AB48-145E-494438C03DB5}"/>
          </ac:spMkLst>
        </pc:spChg>
        <pc:spChg chg="mod">
          <ac:chgData name="Richard Thomas" userId="30770937-3d53-462c-a2e0-179d44d98931" providerId="ADAL" clId="{1AD2B898-5C3E-4336-8C52-E7430B847043}" dt="2026-08-21T03:13:57.114" v="3339" actId="948"/>
          <ac:spMkLst>
            <pc:docMk/>
            <pc:sldMk cId="570046466" sldId="349"/>
            <ac:spMk id="3" creationId="{EC38DED3-A413-FB7F-6BAE-509A39CC9312}"/>
          </ac:spMkLst>
        </pc:spChg>
      </pc:sldChg>
      <pc:sldChg chg="modSp new mod">
        <pc:chgData name="Richard Thomas" userId="30770937-3d53-462c-a2e0-179d44d98931" providerId="ADAL" clId="{1AD2B898-5C3E-4336-8C52-E7430B847043}" dt="2026-08-21T03:17:23.510" v="3407" actId="5793"/>
        <pc:sldMkLst>
          <pc:docMk/>
          <pc:sldMk cId="2880571691" sldId="350"/>
        </pc:sldMkLst>
        <pc:spChg chg="mod">
          <ac:chgData name="Richard Thomas" userId="30770937-3d53-462c-a2e0-179d44d98931" providerId="ADAL" clId="{1AD2B898-5C3E-4336-8C52-E7430B847043}" dt="2026-08-21T03:14:15.410" v="3367" actId="20577"/>
          <ac:spMkLst>
            <pc:docMk/>
            <pc:sldMk cId="2880571691" sldId="350"/>
            <ac:spMk id="2" creationId="{02F0594C-93CF-93E9-6B02-B677E84AF8DF}"/>
          </ac:spMkLst>
        </pc:spChg>
        <pc:spChg chg="mod">
          <ac:chgData name="Richard Thomas" userId="30770937-3d53-462c-a2e0-179d44d98931" providerId="ADAL" clId="{1AD2B898-5C3E-4336-8C52-E7430B847043}" dt="2026-08-21T03:17:23.510" v="3407" actId="5793"/>
          <ac:spMkLst>
            <pc:docMk/>
            <pc:sldMk cId="2880571691" sldId="350"/>
            <ac:spMk id="3" creationId="{45059586-47A0-C5CE-AD94-3EF0EE41E8CB}"/>
          </ac:spMkLst>
        </pc:spChg>
      </pc:sldChg>
      <pc:sldChg chg="modSp new mod ord modAnim">
        <pc:chgData name="Richard Thomas" userId="30770937-3d53-462c-a2e0-179d44d98931" providerId="ADAL" clId="{1AD2B898-5C3E-4336-8C52-E7430B847043}" dt="2026-08-21T03:16:37.403" v="3397"/>
        <pc:sldMkLst>
          <pc:docMk/>
          <pc:sldMk cId="3612785427" sldId="351"/>
        </pc:sldMkLst>
        <pc:spChg chg="mod">
          <ac:chgData name="Richard Thomas" userId="30770937-3d53-462c-a2e0-179d44d98931" providerId="ADAL" clId="{1AD2B898-5C3E-4336-8C52-E7430B847043}" dt="2026-08-21T03:14:38.682" v="3369"/>
          <ac:spMkLst>
            <pc:docMk/>
            <pc:sldMk cId="3612785427" sldId="351"/>
            <ac:spMk id="2" creationId="{2B0E5E0E-0B40-EF40-5B5C-087BF5F5032E}"/>
          </ac:spMkLst>
        </pc:spChg>
        <pc:spChg chg="mod">
          <ac:chgData name="Richard Thomas" userId="30770937-3d53-462c-a2e0-179d44d98931" providerId="ADAL" clId="{1AD2B898-5C3E-4336-8C52-E7430B847043}" dt="2026-08-21T03:15:10.170" v="3383" actId="12"/>
          <ac:spMkLst>
            <pc:docMk/>
            <pc:sldMk cId="3612785427" sldId="351"/>
            <ac:spMk id="3" creationId="{CFD27A02-6224-FA96-2A6D-516782BE052B}"/>
          </ac:spMkLst>
        </pc:spChg>
        <pc:spChg chg="mod">
          <ac:chgData name="Richard Thomas" userId="30770937-3d53-462c-a2e0-179d44d98931" providerId="ADAL" clId="{1AD2B898-5C3E-4336-8C52-E7430B847043}" dt="2026-08-21T03:15:39.720" v="3394" actId="12"/>
          <ac:spMkLst>
            <pc:docMk/>
            <pc:sldMk cId="3612785427" sldId="351"/>
            <ac:spMk id="4" creationId="{D6EA8A07-8D59-B534-B1F2-6C2C28E36C2D}"/>
          </ac:spMkLst>
        </pc:spChg>
      </pc:sldChg>
      <pc:sldChg chg="modSp new mod">
        <pc:chgData name="Richard Thomas" userId="30770937-3d53-462c-a2e0-179d44d98931" providerId="ADAL" clId="{1AD2B898-5C3E-4336-8C52-E7430B847043}" dt="2026-08-21T03:18:04.443" v="3444" actId="20577"/>
        <pc:sldMkLst>
          <pc:docMk/>
          <pc:sldMk cId="3353276406" sldId="352"/>
        </pc:sldMkLst>
        <pc:spChg chg="mod">
          <ac:chgData name="Richard Thomas" userId="30770937-3d53-462c-a2e0-179d44d98931" providerId="ADAL" clId="{1AD2B898-5C3E-4336-8C52-E7430B847043}" dt="2026-08-21T03:17:35.325" v="3433" actId="20577"/>
          <ac:spMkLst>
            <pc:docMk/>
            <pc:sldMk cId="3353276406" sldId="352"/>
            <ac:spMk id="2" creationId="{A147417C-C7D2-208D-93F0-B6FB9D124870}"/>
          </ac:spMkLst>
        </pc:spChg>
        <pc:spChg chg="mod">
          <ac:chgData name="Richard Thomas" userId="30770937-3d53-462c-a2e0-179d44d98931" providerId="ADAL" clId="{1AD2B898-5C3E-4336-8C52-E7430B847043}" dt="2026-08-21T03:18:04.443" v="3444" actId="20577"/>
          <ac:spMkLst>
            <pc:docMk/>
            <pc:sldMk cId="3353276406" sldId="352"/>
            <ac:spMk id="3" creationId="{3F5E5D67-0C22-B06E-B55A-76D9F8104A48}"/>
          </ac:spMkLst>
        </pc:spChg>
      </pc:sldChg>
      <pc:sldChg chg="modSp new mod">
        <pc:chgData name="Richard Thomas" userId="30770937-3d53-462c-a2e0-179d44d98931" providerId="ADAL" clId="{1AD2B898-5C3E-4336-8C52-E7430B847043}" dt="2026-08-23T04:34:16.432" v="6729" actId="20577"/>
        <pc:sldMkLst>
          <pc:docMk/>
          <pc:sldMk cId="1068211792" sldId="353"/>
        </pc:sldMkLst>
        <pc:spChg chg="mod">
          <ac:chgData name="Richard Thomas" userId="30770937-3d53-462c-a2e0-179d44d98931" providerId="ADAL" clId="{1AD2B898-5C3E-4336-8C52-E7430B847043}" dt="2026-08-21T03:28:40.644" v="3470" actId="20577"/>
          <ac:spMkLst>
            <pc:docMk/>
            <pc:sldMk cId="1068211792" sldId="353"/>
            <ac:spMk id="2" creationId="{8305EDF1-E1A0-0FF1-8E17-9A9B643FA24C}"/>
          </ac:spMkLst>
        </pc:spChg>
        <pc:spChg chg="mod">
          <ac:chgData name="Richard Thomas" userId="30770937-3d53-462c-a2e0-179d44d98931" providerId="ADAL" clId="{1AD2B898-5C3E-4336-8C52-E7430B847043}" dt="2026-08-23T04:34:16.432" v="6729" actId="20577"/>
          <ac:spMkLst>
            <pc:docMk/>
            <pc:sldMk cId="1068211792" sldId="353"/>
            <ac:spMk id="3" creationId="{A6FB3CFF-DA65-E369-68E6-FDD9C5DCCA43}"/>
          </ac:spMkLst>
        </pc:spChg>
      </pc:sldChg>
      <pc:sldChg chg="modSp new mod">
        <pc:chgData name="Richard Thomas" userId="30770937-3d53-462c-a2e0-179d44d98931" providerId="ADAL" clId="{1AD2B898-5C3E-4336-8C52-E7430B847043}" dt="2026-08-21T03:55:01.360" v="4062" actId="948"/>
        <pc:sldMkLst>
          <pc:docMk/>
          <pc:sldMk cId="417952554" sldId="354"/>
        </pc:sldMkLst>
        <pc:spChg chg="mod">
          <ac:chgData name="Richard Thomas" userId="30770937-3d53-462c-a2e0-179d44d98931" providerId="ADAL" clId="{1AD2B898-5C3E-4336-8C52-E7430B847043}" dt="2026-08-21T03:54:01.875" v="4056" actId="20577"/>
          <ac:spMkLst>
            <pc:docMk/>
            <pc:sldMk cId="417952554" sldId="354"/>
            <ac:spMk id="2" creationId="{477E2728-1130-BD5D-67AE-9DE8ED664415}"/>
          </ac:spMkLst>
        </pc:spChg>
        <pc:spChg chg="mod">
          <ac:chgData name="Richard Thomas" userId="30770937-3d53-462c-a2e0-179d44d98931" providerId="ADAL" clId="{1AD2B898-5C3E-4336-8C52-E7430B847043}" dt="2026-08-21T03:55:01.360" v="4062" actId="948"/>
          <ac:spMkLst>
            <pc:docMk/>
            <pc:sldMk cId="417952554" sldId="354"/>
            <ac:spMk id="3" creationId="{D8D754B3-461E-0BAF-A485-CC993DF9992C}"/>
          </ac:spMkLst>
        </pc:spChg>
      </pc:sldChg>
      <pc:sldChg chg="delSp modSp add mod modTransition">
        <pc:chgData name="Richard Thomas" userId="30770937-3d53-462c-a2e0-179d44d98931" providerId="ADAL" clId="{1AD2B898-5C3E-4336-8C52-E7430B847043}" dt="2026-08-21T03:59:52.951" v="4079" actId="478"/>
        <pc:sldMkLst>
          <pc:docMk/>
          <pc:sldMk cId="0" sldId="423"/>
        </pc:sldMkLst>
        <pc:spChg chg="mod">
          <ac:chgData name="Richard Thomas" userId="30770937-3d53-462c-a2e0-179d44d98931" providerId="ADAL" clId="{1AD2B898-5C3E-4336-8C52-E7430B847043}" dt="2026-08-21T03:59:28.906" v="4078" actId="20577"/>
          <ac:spMkLst>
            <pc:docMk/>
            <pc:sldMk cId="0" sldId="423"/>
            <ac:spMk id="18438" creationId="{00000000-0000-0000-0000-000000000000}"/>
          </ac:spMkLst>
        </pc:spChg>
      </pc:sldChg>
      <pc:sldChg chg="delSp modSp add mod modTransition">
        <pc:chgData name="Richard Thomas" userId="30770937-3d53-462c-a2e0-179d44d98931" providerId="ADAL" clId="{1AD2B898-5C3E-4336-8C52-E7430B847043}" dt="2026-08-21T03:56:49.592" v="4068" actId="6549"/>
        <pc:sldMkLst>
          <pc:docMk/>
          <pc:sldMk cId="3418281047" sldId="518"/>
        </pc:sldMkLst>
        <pc:spChg chg="mod">
          <ac:chgData name="Richard Thomas" userId="30770937-3d53-462c-a2e0-179d44d98931" providerId="ADAL" clId="{1AD2B898-5C3E-4336-8C52-E7430B847043}" dt="2026-08-21T03:56:49.592" v="4068" actId="6549"/>
          <ac:spMkLst>
            <pc:docMk/>
            <pc:sldMk cId="3418281047" sldId="518"/>
            <ac:spMk id="49155" creationId="{00000000-0000-0000-0000-000000000000}"/>
          </ac:spMkLst>
        </pc:spChg>
      </pc:sldChg>
      <pc:sldChg chg="delSp modSp add mod modTransition">
        <pc:chgData name="Richard Thomas" userId="30770937-3d53-462c-a2e0-179d44d98931" providerId="ADAL" clId="{1AD2B898-5C3E-4336-8C52-E7430B847043}" dt="2026-08-23T09:58:51.280" v="8107" actId="478"/>
        <pc:sldMkLst>
          <pc:docMk/>
          <pc:sldMk cId="3836629477" sldId="550"/>
        </pc:sldMkLst>
        <pc:spChg chg="mod">
          <ac:chgData name="Richard Thomas" userId="30770937-3d53-462c-a2e0-179d44d98931" providerId="ADAL" clId="{1AD2B898-5C3E-4336-8C52-E7430B847043}" dt="2026-08-23T09:58:33.190" v="8104" actId="20577"/>
          <ac:spMkLst>
            <pc:docMk/>
            <pc:sldMk cId="3836629477" sldId="550"/>
            <ac:spMk id="3" creationId="{1F56F9B4-621C-46C9-BD0C-13E41FE54C30}"/>
          </ac:spMkLst>
        </pc:spChg>
        <pc:spChg chg="del">
          <ac:chgData name="Richard Thomas" userId="30770937-3d53-462c-a2e0-179d44d98931" providerId="ADAL" clId="{1AD2B898-5C3E-4336-8C52-E7430B847043}" dt="2026-08-23T09:58:51.280" v="8107" actId="478"/>
          <ac:spMkLst>
            <pc:docMk/>
            <pc:sldMk cId="3836629477" sldId="550"/>
            <ac:spMk id="5" creationId="{0F37D4F1-54C3-C1D3-4E99-978AA9E6A91A}"/>
          </ac:spMkLst>
        </pc:spChg>
      </pc:sldChg>
      <pc:sldChg chg="delSp modSp add mod modTransition">
        <pc:chgData name="Richard Thomas" userId="30770937-3d53-462c-a2e0-179d44d98931" providerId="ADAL" clId="{1AD2B898-5C3E-4336-8C52-E7430B847043}" dt="2026-08-23T09:58:54.545" v="8108" actId="478"/>
        <pc:sldMkLst>
          <pc:docMk/>
          <pc:sldMk cId="2284527488" sldId="551"/>
        </pc:sldMkLst>
        <pc:spChg chg="mod">
          <ac:chgData name="Richard Thomas" userId="30770937-3d53-462c-a2e0-179d44d98931" providerId="ADAL" clId="{1AD2B898-5C3E-4336-8C52-E7430B847043}" dt="2026-08-23T09:58:45.536" v="8106" actId="20577"/>
          <ac:spMkLst>
            <pc:docMk/>
            <pc:sldMk cId="2284527488" sldId="551"/>
            <ac:spMk id="3" creationId="{7DF9E787-2B54-4490-B056-E47DE7FD1F6A}"/>
          </ac:spMkLst>
        </pc:spChg>
        <pc:spChg chg="del">
          <ac:chgData name="Richard Thomas" userId="30770937-3d53-462c-a2e0-179d44d98931" providerId="ADAL" clId="{1AD2B898-5C3E-4336-8C52-E7430B847043}" dt="2026-08-23T09:58:54.545" v="8108" actId="478"/>
          <ac:spMkLst>
            <pc:docMk/>
            <pc:sldMk cId="2284527488" sldId="551"/>
            <ac:spMk id="6" creationId="{DD96AC16-F5E4-5DEC-5C85-A8111514DE8B}"/>
          </ac:spMkLst>
        </pc:spChg>
      </pc:sldChg>
      <pc:sldChg chg="delSp modSp add mod modTransition">
        <pc:chgData name="Richard Thomas" userId="30770937-3d53-462c-a2e0-179d44d98931" providerId="ADAL" clId="{1AD2B898-5C3E-4336-8C52-E7430B847043}" dt="2026-08-23T09:59:38.830" v="8117" actId="478"/>
        <pc:sldMkLst>
          <pc:docMk/>
          <pc:sldMk cId="4287091900" sldId="553"/>
        </pc:sldMkLst>
        <pc:spChg chg="mod">
          <ac:chgData name="Richard Thomas" userId="30770937-3d53-462c-a2e0-179d44d98931" providerId="ADAL" clId="{1AD2B898-5C3E-4336-8C52-E7430B847043}" dt="2026-08-23T09:59:31.537" v="8116" actId="20577"/>
          <ac:spMkLst>
            <pc:docMk/>
            <pc:sldMk cId="4287091900" sldId="553"/>
            <ac:spMk id="3" creationId="{6E48FA43-D0D4-4287-A9F6-CC428BF498A2}"/>
          </ac:spMkLst>
        </pc:spChg>
        <pc:spChg chg="del">
          <ac:chgData name="Richard Thomas" userId="30770937-3d53-462c-a2e0-179d44d98931" providerId="ADAL" clId="{1AD2B898-5C3E-4336-8C52-E7430B847043}" dt="2026-08-23T09:59:38.830" v="8117" actId="478"/>
          <ac:spMkLst>
            <pc:docMk/>
            <pc:sldMk cId="4287091900" sldId="553"/>
            <ac:spMk id="5" creationId="{66028999-7CAC-1531-E4CB-0CEE53C8045C}"/>
          </ac:spMkLst>
        </pc:spChg>
      </pc:sldChg>
      <pc:sldChg chg="delSp modSp add mod modTransition">
        <pc:chgData name="Richard Thomas" userId="30770937-3d53-462c-a2e0-179d44d98931" providerId="ADAL" clId="{1AD2B898-5C3E-4336-8C52-E7430B847043}" dt="2026-08-23T09:59:55.018" v="8134" actId="478"/>
        <pc:sldMkLst>
          <pc:docMk/>
          <pc:sldMk cId="3653755435" sldId="554"/>
        </pc:sldMkLst>
        <pc:spChg chg="mod">
          <ac:chgData name="Richard Thomas" userId="30770937-3d53-462c-a2e0-179d44d98931" providerId="ADAL" clId="{1AD2B898-5C3E-4336-8C52-E7430B847043}" dt="2026-08-23T09:59:50.337" v="8133" actId="20577"/>
          <ac:spMkLst>
            <pc:docMk/>
            <pc:sldMk cId="3653755435" sldId="554"/>
            <ac:spMk id="3" creationId="{19832732-7A67-4AE5-814B-801A32A9E90E}"/>
          </ac:spMkLst>
        </pc:spChg>
        <pc:spChg chg="del">
          <ac:chgData name="Richard Thomas" userId="30770937-3d53-462c-a2e0-179d44d98931" providerId="ADAL" clId="{1AD2B898-5C3E-4336-8C52-E7430B847043}" dt="2026-08-23T09:59:55.018" v="8134" actId="478"/>
          <ac:spMkLst>
            <pc:docMk/>
            <pc:sldMk cId="3653755435" sldId="554"/>
            <ac:spMk id="5" creationId="{0DA53119-CD9A-B405-EDA8-1C7B8CDB8642}"/>
          </ac:spMkLst>
        </pc:spChg>
      </pc:sldChg>
      <pc:sldChg chg="delSp add mod modTransition">
        <pc:chgData name="Richard Thomas" userId="30770937-3d53-462c-a2e0-179d44d98931" providerId="ADAL" clId="{1AD2B898-5C3E-4336-8C52-E7430B847043}" dt="2026-08-23T10:00:04.077" v="8135" actId="478"/>
        <pc:sldMkLst>
          <pc:docMk/>
          <pc:sldMk cId="2233523080" sldId="555"/>
        </pc:sldMkLst>
        <pc:spChg chg="del">
          <ac:chgData name="Richard Thomas" userId="30770937-3d53-462c-a2e0-179d44d98931" providerId="ADAL" clId="{1AD2B898-5C3E-4336-8C52-E7430B847043}" dt="2026-08-23T10:00:04.077" v="8135" actId="478"/>
          <ac:spMkLst>
            <pc:docMk/>
            <pc:sldMk cId="2233523080" sldId="555"/>
            <ac:spMk id="5" creationId="{7753E85F-5419-BD77-3047-3D18BECC2CA5}"/>
          </ac:spMkLst>
        </pc:spChg>
      </pc:sldChg>
      <pc:sldChg chg="delSp modSp add mod modTransition">
        <pc:chgData name="Richard Thomas" userId="30770937-3d53-462c-a2e0-179d44d98931" providerId="ADAL" clId="{1AD2B898-5C3E-4336-8C52-E7430B847043}" dt="2026-08-23T09:59:23.300" v="8114" actId="20577"/>
        <pc:sldMkLst>
          <pc:docMk/>
          <pc:sldMk cId="573960519" sldId="556"/>
        </pc:sldMkLst>
        <pc:spChg chg="mod">
          <ac:chgData name="Richard Thomas" userId="30770937-3d53-462c-a2e0-179d44d98931" providerId="ADAL" clId="{1AD2B898-5C3E-4336-8C52-E7430B847043}" dt="2026-08-23T09:59:23.300" v="8114" actId="20577"/>
          <ac:spMkLst>
            <pc:docMk/>
            <pc:sldMk cId="573960519" sldId="556"/>
            <ac:spMk id="2" creationId="{0261A8C1-2283-4114-AD2D-48980DE8D92B}"/>
          </ac:spMkLst>
        </pc:spChg>
        <pc:spChg chg="del">
          <ac:chgData name="Richard Thomas" userId="30770937-3d53-462c-a2e0-179d44d98931" providerId="ADAL" clId="{1AD2B898-5C3E-4336-8C52-E7430B847043}" dt="2026-08-23T09:59:03.519" v="8109" actId="478"/>
          <ac:spMkLst>
            <pc:docMk/>
            <pc:sldMk cId="573960519" sldId="556"/>
            <ac:spMk id="4" creationId="{FFDA0742-50B9-A6C0-E902-F93E41179BED}"/>
          </ac:spMkLst>
        </pc:spChg>
      </pc:sldChg>
      <pc:sldChg chg="modSp add mod ord modTransition modNotesTx">
        <pc:chgData name="Richard Thomas" userId="30770937-3d53-462c-a2e0-179d44d98931" providerId="ADAL" clId="{1AD2B898-5C3E-4336-8C52-E7430B847043}" dt="2026-08-21T06:10:46.926" v="4824"/>
        <pc:sldMkLst>
          <pc:docMk/>
          <pc:sldMk cId="3401364029" sldId="584"/>
        </pc:sldMkLst>
        <pc:spChg chg="mod">
          <ac:chgData name="Richard Thomas" userId="30770937-3d53-462c-a2e0-179d44d98931" providerId="ADAL" clId="{1AD2B898-5C3E-4336-8C52-E7430B847043}" dt="2026-08-21T04:11:02.572" v="4217" actId="404"/>
          <ac:spMkLst>
            <pc:docMk/>
            <pc:sldMk cId="3401364029" sldId="584"/>
            <ac:spMk id="53250" creationId="{9BB43E94-1904-4BF5-BD8E-363D50833B6C}"/>
          </ac:spMkLst>
        </pc:spChg>
        <pc:spChg chg="mod">
          <ac:chgData name="Richard Thomas" userId="30770937-3d53-462c-a2e0-179d44d98931" providerId="ADAL" clId="{1AD2B898-5C3E-4336-8C52-E7430B847043}" dt="2026-08-21T04:12:18.424" v="4263" actId="20577"/>
          <ac:spMkLst>
            <pc:docMk/>
            <pc:sldMk cId="3401364029" sldId="584"/>
            <ac:spMk id="53251" creationId="{217269AC-6FAF-4320-95D9-E07260862264}"/>
          </ac:spMkLst>
        </pc:spChg>
      </pc:sldChg>
      <pc:sldChg chg="delSp modSp add mod ord modTransition modNotesTx">
        <pc:chgData name="Richard Thomas" userId="30770937-3d53-462c-a2e0-179d44d98931" providerId="ADAL" clId="{1AD2B898-5C3E-4336-8C52-E7430B847043}" dt="2026-08-22T11:25:23.503" v="5572"/>
        <pc:sldMkLst>
          <pc:docMk/>
          <pc:sldMk cId="4032713705" sldId="587"/>
        </pc:sldMkLst>
        <pc:spChg chg="mod">
          <ac:chgData name="Richard Thomas" userId="30770937-3d53-462c-a2e0-179d44d98931" providerId="ADAL" clId="{1AD2B898-5C3E-4336-8C52-E7430B847043}" dt="2026-08-21T04:05:04.181" v="4149" actId="14100"/>
          <ac:spMkLst>
            <pc:docMk/>
            <pc:sldMk cId="4032713705" sldId="587"/>
            <ac:spMk id="50178" creationId="{1156A0EB-CF72-4883-96C8-5DCD2EEBE633}"/>
          </ac:spMkLst>
        </pc:spChg>
        <pc:spChg chg="mod">
          <ac:chgData name="Richard Thomas" userId="30770937-3d53-462c-a2e0-179d44d98931" providerId="ADAL" clId="{1AD2B898-5C3E-4336-8C52-E7430B847043}" dt="2026-08-21T04:08:00.565" v="4210" actId="20577"/>
          <ac:spMkLst>
            <pc:docMk/>
            <pc:sldMk cId="4032713705" sldId="587"/>
            <ac:spMk id="50179" creationId="{39834856-E090-419A-A2BF-21ECF22C245A}"/>
          </ac:spMkLst>
        </pc:spChg>
        <pc:picChg chg="mod">
          <ac:chgData name="Richard Thomas" userId="30770937-3d53-462c-a2e0-179d44d98931" providerId="ADAL" clId="{1AD2B898-5C3E-4336-8C52-E7430B847043}" dt="2026-08-21T04:07:38.365" v="4209" actId="465"/>
          <ac:picMkLst>
            <pc:docMk/>
            <pc:sldMk cId="4032713705" sldId="587"/>
            <ac:picMk id="50183" creationId="{87249B0D-FED6-4E41-A96F-FE47B58D6675}"/>
          </ac:picMkLst>
        </pc:picChg>
        <pc:picChg chg="mod">
          <ac:chgData name="Richard Thomas" userId="30770937-3d53-462c-a2e0-179d44d98931" providerId="ADAL" clId="{1AD2B898-5C3E-4336-8C52-E7430B847043}" dt="2026-08-21T04:07:38.365" v="4209" actId="465"/>
          <ac:picMkLst>
            <pc:docMk/>
            <pc:sldMk cId="4032713705" sldId="587"/>
            <ac:picMk id="50184" creationId="{AAF3042B-71B8-43AE-8E05-43C5C5130335}"/>
          </ac:picMkLst>
        </pc:picChg>
        <pc:picChg chg="mod">
          <ac:chgData name="Richard Thomas" userId="30770937-3d53-462c-a2e0-179d44d98931" providerId="ADAL" clId="{1AD2B898-5C3E-4336-8C52-E7430B847043}" dt="2026-08-21T04:07:38.365" v="4209" actId="465"/>
          <ac:picMkLst>
            <pc:docMk/>
            <pc:sldMk cId="4032713705" sldId="587"/>
            <ac:picMk id="50185" creationId="{076894A6-43F4-465E-962F-DB07E7863AE2}"/>
          </ac:picMkLst>
        </pc:picChg>
      </pc:sldChg>
      <pc:sldChg chg="modSp add mod ord modAnim modNotesTx">
        <pc:chgData name="Richard Thomas" userId="30770937-3d53-462c-a2e0-179d44d98931" providerId="ADAL" clId="{1AD2B898-5C3E-4336-8C52-E7430B847043}" dt="2026-08-23T10:54:28.763" v="11435" actId="20577"/>
        <pc:sldMkLst>
          <pc:docMk/>
          <pc:sldMk cId="2385374904" sldId="588"/>
        </pc:sldMkLst>
        <pc:spChg chg="mod">
          <ac:chgData name="Richard Thomas" userId="30770937-3d53-462c-a2e0-179d44d98931" providerId="ADAL" clId="{1AD2B898-5C3E-4336-8C52-E7430B847043}" dt="2026-08-23T10:11:44.631" v="8705" actId="20577"/>
          <ac:spMkLst>
            <pc:docMk/>
            <pc:sldMk cId="2385374904" sldId="588"/>
            <ac:spMk id="3" creationId="{D5231CE9-BE24-392B-1B80-B2822216EA23}"/>
          </ac:spMkLst>
        </pc:spChg>
      </pc:sldChg>
      <pc:sldChg chg="modSp new del mod modNotesTx">
        <pc:chgData name="Richard Thomas" userId="30770937-3d53-462c-a2e0-179d44d98931" providerId="ADAL" clId="{1AD2B898-5C3E-4336-8C52-E7430B847043}" dt="2026-08-23T10:02:23.089" v="8138" actId="2696"/>
        <pc:sldMkLst>
          <pc:docMk/>
          <pc:sldMk cId="3279062136" sldId="588"/>
        </pc:sldMkLst>
      </pc:sldChg>
      <pc:sldChg chg="modSp add del mod">
        <pc:chgData name="Richard Thomas" userId="30770937-3d53-462c-a2e0-179d44d98931" providerId="ADAL" clId="{1AD2B898-5C3E-4336-8C52-E7430B847043}" dt="2026-08-23T10:02:23.089" v="8138" actId="2696"/>
        <pc:sldMkLst>
          <pc:docMk/>
          <pc:sldMk cId="206911786" sldId="589"/>
        </pc:sldMkLst>
      </pc:sldChg>
      <pc:sldChg chg="add mod ord modShow modNotesTx">
        <pc:chgData name="Richard Thomas" userId="30770937-3d53-462c-a2e0-179d44d98931" providerId="ADAL" clId="{1AD2B898-5C3E-4336-8C52-E7430B847043}" dt="2026-08-23T10:32:04.496" v="10373" actId="20577"/>
        <pc:sldMkLst>
          <pc:docMk/>
          <pc:sldMk cId="3835904483" sldId="589"/>
        </pc:sldMkLst>
      </pc:sldChg>
      <pc:sldChg chg="modSp add del mod">
        <pc:chgData name="Richard Thomas" userId="30770937-3d53-462c-a2e0-179d44d98931" providerId="ADAL" clId="{1AD2B898-5C3E-4336-8C52-E7430B847043}" dt="2026-08-23T10:02:23.089" v="8138" actId="2696"/>
        <pc:sldMkLst>
          <pc:docMk/>
          <pc:sldMk cId="216520665" sldId="590"/>
        </pc:sldMkLst>
        <pc:spChg chg="mod">
          <ac:chgData name="Richard Thomas" userId="30770937-3d53-462c-a2e0-179d44d98931" providerId="ADAL" clId="{1AD2B898-5C3E-4336-8C52-E7430B847043}" dt="2026-08-23T09:57:18.498" v="8083" actId="20577"/>
          <ac:spMkLst>
            <pc:docMk/>
            <pc:sldMk cId="216520665" sldId="590"/>
            <ac:spMk id="2" creationId="{28D11EC9-D693-295E-E8BE-A10001666D58}"/>
          </ac:spMkLst>
        </pc:spChg>
      </pc:sldChg>
      <pc:sldChg chg="add ord modNotesTx">
        <pc:chgData name="Richard Thomas" userId="30770937-3d53-462c-a2e0-179d44d98931" providerId="ADAL" clId="{1AD2B898-5C3E-4336-8C52-E7430B847043}" dt="2026-08-23T10:04:22.860" v="8399"/>
        <pc:sldMkLst>
          <pc:docMk/>
          <pc:sldMk cId="374176561" sldId="590"/>
        </pc:sldMkLst>
      </pc:sldChg>
      <pc:sldChg chg="modSp new mod">
        <pc:chgData name="Richard Thomas" userId="30770937-3d53-462c-a2e0-179d44d98931" providerId="ADAL" clId="{1AD2B898-5C3E-4336-8C52-E7430B847043}" dt="2026-08-21T06:23:48.148" v="4899" actId="11"/>
        <pc:sldMkLst>
          <pc:docMk/>
          <pc:sldMk cId="61562787" sldId="591"/>
        </pc:sldMkLst>
        <pc:spChg chg="mod">
          <ac:chgData name="Richard Thomas" userId="30770937-3d53-462c-a2e0-179d44d98931" providerId="ADAL" clId="{1AD2B898-5C3E-4336-8C52-E7430B847043}" dt="2026-08-21T06:11:15.648" v="4854" actId="20577"/>
          <ac:spMkLst>
            <pc:docMk/>
            <pc:sldMk cId="61562787" sldId="591"/>
            <ac:spMk id="2" creationId="{04C6D65D-0382-4522-A1B5-A9D83004F07E}"/>
          </ac:spMkLst>
        </pc:spChg>
        <pc:spChg chg="mod">
          <ac:chgData name="Richard Thomas" userId="30770937-3d53-462c-a2e0-179d44d98931" providerId="ADAL" clId="{1AD2B898-5C3E-4336-8C52-E7430B847043}" dt="2026-08-21T06:23:48.148" v="4899" actId="11"/>
          <ac:spMkLst>
            <pc:docMk/>
            <pc:sldMk cId="61562787" sldId="591"/>
            <ac:spMk id="3" creationId="{00C82306-149C-E149-3410-E90E73DA329B}"/>
          </ac:spMkLst>
        </pc:spChg>
      </pc:sldChg>
      <pc:sldChg chg="modSp new mod">
        <pc:chgData name="Richard Thomas" userId="30770937-3d53-462c-a2e0-179d44d98931" providerId="ADAL" clId="{1AD2B898-5C3E-4336-8C52-E7430B847043}" dt="2026-08-21T06:39:21.288" v="5078" actId="20577"/>
        <pc:sldMkLst>
          <pc:docMk/>
          <pc:sldMk cId="1975187822" sldId="592"/>
        </pc:sldMkLst>
        <pc:spChg chg="mod">
          <ac:chgData name="Richard Thomas" userId="30770937-3d53-462c-a2e0-179d44d98931" providerId="ADAL" clId="{1AD2B898-5C3E-4336-8C52-E7430B847043}" dt="2026-08-21T06:26:16.380" v="4905"/>
          <ac:spMkLst>
            <pc:docMk/>
            <pc:sldMk cId="1975187822" sldId="592"/>
            <ac:spMk id="2" creationId="{C9E1706C-81D9-06EB-1B98-9991AA397C70}"/>
          </ac:spMkLst>
        </pc:spChg>
        <pc:spChg chg="mod">
          <ac:chgData name="Richard Thomas" userId="30770937-3d53-462c-a2e0-179d44d98931" providerId="ADAL" clId="{1AD2B898-5C3E-4336-8C52-E7430B847043}" dt="2026-08-21T06:39:21.288" v="5078" actId="20577"/>
          <ac:spMkLst>
            <pc:docMk/>
            <pc:sldMk cId="1975187822" sldId="592"/>
            <ac:spMk id="3" creationId="{E539A466-055A-F411-E873-58EA7199F78A}"/>
          </ac:spMkLst>
        </pc:spChg>
      </pc:sldChg>
      <pc:sldChg chg="modSp new mod">
        <pc:chgData name="Richard Thomas" userId="30770937-3d53-462c-a2e0-179d44d98931" providerId="ADAL" clId="{1AD2B898-5C3E-4336-8C52-E7430B847043}" dt="2026-08-21T06:40:17.940" v="5095" actId="20577"/>
        <pc:sldMkLst>
          <pc:docMk/>
          <pc:sldMk cId="764254018" sldId="593"/>
        </pc:sldMkLst>
        <pc:spChg chg="mod">
          <ac:chgData name="Richard Thomas" userId="30770937-3d53-462c-a2e0-179d44d98931" providerId="ADAL" clId="{1AD2B898-5C3E-4336-8C52-E7430B847043}" dt="2026-08-21T06:36:43.161" v="5010" actId="20577"/>
          <ac:spMkLst>
            <pc:docMk/>
            <pc:sldMk cId="764254018" sldId="593"/>
            <ac:spMk id="2" creationId="{B6E4982A-0C63-AE67-0FF0-0D8600CA6925}"/>
          </ac:spMkLst>
        </pc:spChg>
        <pc:spChg chg="mod">
          <ac:chgData name="Richard Thomas" userId="30770937-3d53-462c-a2e0-179d44d98931" providerId="ADAL" clId="{1AD2B898-5C3E-4336-8C52-E7430B847043}" dt="2026-08-21T06:40:17.940" v="5095" actId="20577"/>
          <ac:spMkLst>
            <pc:docMk/>
            <pc:sldMk cId="764254018" sldId="593"/>
            <ac:spMk id="3" creationId="{5A4FF246-B100-134E-88A1-D02E4F421E0B}"/>
          </ac:spMkLst>
        </pc:spChg>
      </pc:sldChg>
      <pc:sldChg chg="modSp new mod">
        <pc:chgData name="Richard Thomas" userId="30770937-3d53-462c-a2e0-179d44d98931" providerId="ADAL" clId="{1AD2B898-5C3E-4336-8C52-E7430B847043}" dt="2026-08-21T06:42:31.574" v="5192" actId="20577"/>
        <pc:sldMkLst>
          <pc:docMk/>
          <pc:sldMk cId="2607136966" sldId="594"/>
        </pc:sldMkLst>
        <pc:spChg chg="mod">
          <ac:chgData name="Richard Thomas" userId="30770937-3d53-462c-a2e0-179d44d98931" providerId="ADAL" clId="{1AD2B898-5C3E-4336-8C52-E7430B847043}" dt="2026-08-21T06:40:37.419" v="5101" actId="20577"/>
          <ac:spMkLst>
            <pc:docMk/>
            <pc:sldMk cId="2607136966" sldId="594"/>
            <ac:spMk id="2" creationId="{5D1580BE-2211-CE92-05EC-16C6DDF9672A}"/>
          </ac:spMkLst>
        </pc:spChg>
        <pc:spChg chg="mod">
          <ac:chgData name="Richard Thomas" userId="30770937-3d53-462c-a2e0-179d44d98931" providerId="ADAL" clId="{1AD2B898-5C3E-4336-8C52-E7430B847043}" dt="2026-08-21T06:42:31.574" v="5192" actId="20577"/>
          <ac:spMkLst>
            <pc:docMk/>
            <pc:sldMk cId="2607136966" sldId="594"/>
            <ac:spMk id="3" creationId="{B754824A-6ABC-3A30-3819-DD9102F50E6D}"/>
          </ac:spMkLst>
        </pc:spChg>
      </pc:sldChg>
      <pc:sldChg chg="modSp new mod">
        <pc:chgData name="Richard Thomas" userId="30770937-3d53-462c-a2e0-179d44d98931" providerId="ADAL" clId="{1AD2B898-5C3E-4336-8C52-E7430B847043}" dt="2026-08-21T06:44:41.641" v="5278"/>
        <pc:sldMkLst>
          <pc:docMk/>
          <pc:sldMk cId="2077028466" sldId="595"/>
        </pc:sldMkLst>
        <pc:spChg chg="mod">
          <ac:chgData name="Richard Thomas" userId="30770937-3d53-462c-a2e0-179d44d98931" providerId="ADAL" clId="{1AD2B898-5C3E-4336-8C52-E7430B847043}" dt="2026-08-21T06:42:52.477" v="5219" actId="20577"/>
          <ac:spMkLst>
            <pc:docMk/>
            <pc:sldMk cId="2077028466" sldId="595"/>
            <ac:spMk id="2" creationId="{31299672-368B-5EC4-866C-26BE10AAF993}"/>
          </ac:spMkLst>
        </pc:spChg>
        <pc:spChg chg="mod">
          <ac:chgData name="Richard Thomas" userId="30770937-3d53-462c-a2e0-179d44d98931" providerId="ADAL" clId="{1AD2B898-5C3E-4336-8C52-E7430B847043}" dt="2026-08-21T06:44:41.641" v="5278"/>
          <ac:spMkLst>
            <pc:docMk/>
            <pc:sldMk cId="2077028466" sldId="595"/>
            <ac:spMk id="3" creationId="{C48AF8A9-A77F-54C5-60FE-2209B0B03780}"/>
          </ac:spMkLst>
        </pc:spChg>
      </pc:sldChg>
      <pc:sldChg chg="modSp new mod">
        <pc:chgData name="Richard Thomas" userId="30770937-3d53-462c-a2e0-179d44d98931" providerId="ADAL" clId="{1AD2B898-5C3E-4336-8C52-E7430B847043}" dt="2026-08-22T11:26:11.851" v="5576" actId="20577"/>
        <pc:sldMkLst>
          <pc:docMk/>
          <pc:sldMk cId="1421372367" sldId="596"/>
        </pc:sldMkLst>
        <pc:spChg chg="mod">
          <ac:chgData name="Richard Thomas" userId="30770937-3d53-462c-a2e0-179d44d98931" providerId="ADAL" clId="{1AD2B898-5C3E-4336-8C52-E7430B847043}" dt="2026-08-21T06:50:26.900" v="5570" actId="20577"/>
          <ac:spMkLst>
            <pc:docMk/>
            <pc:sldMk cId="1421372367" sldId="596"/>
            <ac:spMk id="2" creationId="{307FF99F-E5FA-C2BE-2FC2-DC167BFB78A8}"/>
          </ac:spMkLst>
        </pc:spChg>
        <pc:spChg chg="mod">
          <ac:chgData name="Richard Thomas" userId="30770937-3d53-462c-a2e0-179d44d98931" providerId="ADAL" clId="{1AD2B898-5C3E-4336-8C52-E7430B847043}" dt="2026-08-22T11:26:11.851" v="5576" actId="20577"/>
          <ac:spMkLst>
            <pc:docMk/>
            <pc:sldMk cId="1421372367" sldId="596"/>
            <ac:spMk id="3" creationId="{AE464DDE-2731-7059-E335-CC8C6F10B582}"/>
          </ac:spMkLst>
        </pc:spChg>
      </pc:sldChg>
      <pc:sldChg chg="modSp new mod modNotesTx">
        <pc:chgData name="Richard Thomas" userId="30770937-3d53-462c-a2e0-179d44d98931" providerId="ADAL" clId="{1AD2B898-5C3E-4336-8C52-E7430B847043}" dt="2026-08-23T10:40:21.162" v="11137" actId="20577"/>
        <pc:sldMkLst>
          <pc:docMk/>
          <pc:sldMk cId="3877026907" sldId="597"/>
        </pc:sldMkLst>
        <pc:spChg chg="mod">
          <ac:chgData name="Richard Thomas" userId="30770937-3d53-462c-a2e0-179d44d98931" providerId="ADAL" clId="{1AD2B898-5C3E-4336-8C52-E7430B847043}" dt="2026-08-22T11:56:54.519" v="5660" actId="20577"/>
          <ac:spMkLst>
            <pc:docMk/>
            <pc:sldMk cId="3877026907" sldId="597"/>
            <ac:spMk id="2" creationId="{6178A0DB-FB7E-3B7C-C629-90C556B42CDE}"/>
          </ac:spMkLst>
        </pc:spChg>
        <pc:spChg chg="mod">
          <ac:chgData name="Richard Thomas" userId="30770937-3d53-462c-a2e0-179d44d98931" providerId="ADAL" clId="{1AD2B898-5C3E-4336-8C52-E7430B847043}" dt="2026-08-22T11:58:30.009" v="5776" actId="20577"/>
          <ac:spMkLst>
            <pc:docMk/>
            <pc:sldMk cId="3877026907" sldId="597"/>
            <ac:spMk id="3" creationId="{10B6BD80-5313-8CB2-4B32-9B16185140BD}"/>
          </ac:spMkLst>
        </pc:spChg>
      </pc:sldChg>
      <pc:sldChg chg="modSp new mod">
        <pc:chgData name="Richard Thomas" userId="30770937-3d53-462c-a2e0-179d44d98931" providerId="ADAL" clId="{1AD2B898-5C3E-4336-8C52-E7430B847043}" dt="2026-08-22T12:00:24.188" v="5866" actId="20577"/>
        <pc:sldMkLst>
          <pc:docMk/>
          <pc:sldMk cId="2110579820" sldId="598"/>
        </pc:sldMkLst>
        <pc:spChg chg="mod">
          <ac:chgData name="Richard Thomas" userId="30770937-3d53-462c-a2e0-179d44d98931" providerId="ADAL" clId="{1AD2B898-5C3E-4336-8C52-E7430B847043}" dt="2026-08-22T11:58:47.877" v="5811" actId="20577"/>
          <ac:spMkLst>
            <pc:docMk/>
            <pc:sldMk cId="2110579820" sldId="598"/>
            <ac:spMk id="2" creationId="{275BDB39-9172-81CD-6AFA-A2B4B1746570}"/>
          </ac:spMkLst>
        </pc:spChg>
        <pc:spChg chg="mod">
          <ac:chgData name="Richard Thomas" userId="30770937-3d53-462c-a2e0-179d44d98931" providerId="ADAL" clId="{1AD2B898-5C3E-4336-8C52-E7430B847043}" dt="2026-08-22T12:00:24.188" v="5866" actId="20577"/>
          <ac:spMkLst>
            <pc:docMk/>
            <pc:sldMk cId="2110579820" sldId="598"/>
            <ac:spMk id="3" creationId="{FED04417-AB49-518D-FE94-72826910A8B9}"/>
          </ac:spMkLst>
        </pc:spChg>
      </pc:sldChg>
      <pc:sldChg chg="modSp new mod modNotesTx">
        <pc:chgData name="Richard Thomas" userId="30770937-3d53-462c-a2e0-179d44d98931" providerId="ADAL" clId="{1AD2B898-5C3E-4336-8C52-E7430B847043}" dt="2026-08-23T10:39:41.093" v="11068" actId="20577"/>
        <pc:sldMkLst>
          <pc:docMk/>
          <pc:sldMk cId="253554850" sldId="599"/>
        </pc:sldMkLst>
        <pc:spChg chg="mod">
          <ac:chgData name="Richard Thomas" userId="30770937-3d53-462c-a2e0-179d44d98931" providerId="ADAL" clId="{1AD2B898-5C3E-4336-8C52-E7430B847043}" dt="2026-08-22T12:01:18.822" v="5938" actId="20577"/>
          <ac:spMkLst>
            <pc:docMk/>
            <pc:sldMk cId="253554850" sldId="599"/>
            <ac:spMk id="2" creationId="{C7E9A585-E891-5A9D-A20D-1843E621071F}"/>
          </ac:spMkLst>
        </pc:spChg>
        <pc:spChg chg="mod">
          <ac:chgData name="Richard Thomas" userId="30770937-3d53-462c-a2e0-179d44d98931" providerId="ADAL" clId="{1AD2B898-5C3E-4336-8C52-E7430B847043}" dt="2026-08-23T10:39:41.093" v="11068" actId="20577"/>
          <ac:spMkLst>
            <pc:docMk/>
            <pc:sldMk cId="253554850" sldId="599"/>
            <ac:spMk id="3" creationId="{E05C379A-0C48-4959-77C4-2818AB4710EA}"/>
          </ac:spMkLst>
        </pc:spChg>
      </pc:sldChg>
      <pc:sldChg chg="modSp new mod">
        <pc:chgData name="Richard Thomas" userId="30770937-3d53-462c-a2e0-179d44d98931" providerId="ADAL" clId="{1AD2B898-5C3E-4336-8C52-E7430B847043}" dt="2026-08-23T04:54:54.625" v="6802" actId="15"/>
        <pc:sldMkLst>
          <pc:docMk/>
          <pc:sldMk cId="1960493002" sldId="600"/>
        </pc:sldMkLst>
        <pc:spChg chg="mod">
          <ac:chgData name="Richard Thomas" userId="30770937-3d53-462c-a2e0-179d44d98931" providerId="ADAL" clId="{1AD2B898-5C3E-4336-8C52-E7430B847043}" dt="2026-08-22T12:13:28.979" v="6227" actId="20577"/>
          <ac:spMkLst>
            <pc:docMk/>
            <pc:sldMk cId="1960493002" sldId="600"/>
            <ac:spMk id="2" creationId="{02DD4F53-AFF8-1CCD-611B-E60F5094D8E6}"/>
          </ac:spMkLst>
        </pc:spChg>
        <pc:spChg chg="mod">
          <ac:chgData name="Richard Thomas" userId="30770937-3d53-462c-a2e0-179d44d98931" providerId="ADAL" clId="{1AD2B898-5C3E-4336-8C52-E7430B847043}" dt="2026-08-23T04:54:54.625" v="6802" actId="15"/>
          <ac:spMkLst>
            <pc:docMk/>
            <pc:sldMk cId="1960493002" sldId="600"/>
            <ac:spMk id="3" creationId="{FE5EB3B1-6940-EB96-D718-84DCF8E6D192}"/>
          </ac:spMkLst>
        </pc:spChg>
      </pc:sldChg>
      <pc:sldChg chg="addSp delSp modSp new mod modClrScheme modAnim chgLayout modNotesTx">
        <pc:chgData name="Richard Thomas" userId="30770937-3d53-462c-a2e0-179d44d98931" providerId="ADAL" clId="{1AD2B898-5C3E-4336-8C52-E7430B847043}" dt="2026-08-23T05:09:02.812" v="8054" actId="20577"/>
        <pc:sldMkLst>
          <pc:docMk/>
          <pc:sldMk cId="2242101633" sldId="601"/>
        </pc:sldMkLst>
        <pc:spChg chg="mod">
          <ac:chgData name="Richard Thomas" userId="30770937-3d53-462c-a2e0-179d44d98931" providerId="ADAL" clId="{1AD2B898-5C3E-4336-8C52-E7430B847043}" dt="2026-08-23T04:52:25.033" v="6773" actId="26606"/>
          <ac:spMkLst>
            <pc:docMk/>
            <pc:sldMk cId="2242101633" sldId="601"/>
            <ac:spMk id="2" creationId="{6EB97D27-0205-0F87-67EF-4FFFE25AAA77}"/>
          </ac:spMkLst>
        </pc:spChg>
        <pc:spChg chg="add del mod">
          <ac:chgData name="Richard Thomas" userId="30770937-3d53-462c-a2e0-179d44d98931" providerId="ADAL" clId="{1AD2B898-5C3E-4336-8C52-E7430B847043}" dt="2026-08-23T04:52:25.033" v="6773" actId="26606"/>
          <ac:spMkLst>
            <pc:docMk/>
            <pc:sldMk cId="2242101633" sldId="601"/>
            <ac:spMk id="3" creationId="{1D86EAD0-0627-E83E-36B6-B46C3A2874D1}"/>
          </ac:spMkLst>
        </pc:spChg>
        <pc:spChg chg="mod">
          <ac:chgData name="Richard Thomas" userId="30770937-3d53-462c-a2e0-179d44d98931" providerId="ADAL" clId="{1AD2B898-5C3E-4336-8C52-E7430B847043}" dt="2026-08-23T04:52:25.033" v="6773" actId="26606"/>
          <ac:spMkLst>
            <pc:docMk/>
            <pc:sldMk cId="2242101633" sldId="601"/>
            <ac:spMk id="4" creationId="{ACB70817-08DD-F3EB-F209-70DFAB797AE6}"/>
          </ac:spMkLst>
        </pc:spChg>
        <pc:spChg chg="mod">
          <ac:chgData name="Richard Thomas" userId="30770937-3d53-462c-a2e0-179d44d98931" providerId="ADAL" clId="{1AD2B898-5C3E-4336-8C52-E7430B847043}" dt="2026-08-23T04:52:25.033" v="6773" actId="26606"/>
          <ac:spMkLst>
            <pc:docMk/>
            <pc:sldMk cId="2242101633" sldId="601"/>
            <ac:spMk id="5" creationId="{FAD570B4-2B73-3EB8-B717-0D9D53CEE2F6}"/>
          </ac:spMkLst>
        </pc:spChg>
        <pc:spChg chg="add del mod">
          <ac:chgData name="Richard Thomas" userId="30770937-3d53-462c-a2e0-179d44d98931" providerId="ADAL" clId="{1AD2B898-5C3E-4336-8C52-E7430B847043}" dt="2026-08-23T04:52:32.635" v="6775"/>
          <ac:spMkLst>
            <pc:docMk/>
            <pc:sldMk cId="2242101633" sldId="601"/>
            <ac:spMk id="10" creationId="{50E3ED4F-9D7A-2A42-8E56-E9B7EA2D9FF8}"/>
          </ac:spMkLst>
        </pc:spChg>
        <pc:spChg chg="add mod">
          <ac:chgData name="Richard Thomas" userId="30770937-3d53-462c-a2e0-179d44d98931" providerId="ADAL" clId="{1AD2B898-5C3E-4336-8C52-E7430B847043}" dt="2026-08-23T04:54:34.363" v="6794"/>
          <ac:spMkLst>
            <pc:docMk/>
            <pc:sldMk cId="2242101633" sldId="601"/>
            <ac:spMk id="11" creationId="{77DF1C02-07A4-58C3-E550-196E2790A9FE}"/>
          </ac:spMkLst>
        </pc:spChg>
        <pc:spChg chg="add del mod">
          <ac:chgData name="Richard Thomas" userId="30770937-3d53-462c-a2e0-179d44d98931" providerId="ADAL" clId="{1AD2B898-5C3E-4336-8C52-E7430B847043}" dt="2026-08-23T05:09:02.812" v="8054" actId="20577"/>
          <ac:spMkLst>
            <pc:docMk/>
            <pc:sldMk cId="2242101633" sldId="601"/>
            <ac:spMk id="12" creationId="{1DAE22BB-A5C7-0D4C-756F-0868150C9576}"/>
          </ac:spMkLst>
        </pc:spChg>
        <pc:picChg chg="add del mod ord">
          <ac:chgData name="Richard Thomas" userId="30770937-3d53-462c-a2e0-179d44d98931" providerId="ADAL" clId="{1AD2B898-5C3E-4336-8C52-E7430B847043}" dt="2026-08-23T04:52:20.114" v="6772" actId="931"/>
          <ac:picMkLst>
            <pc:docMk/>
            <pc:sldMk cId="2242101633" sldId="601"/>
            <ac:picMk id="7" creationId="{BD253975-BA0D-0FA7-DB24-D0EA2828359E}"/>
          </ac:picMkLst>
        </pc:picChg>
        <pc:picChg chg="add mod ord modCrop">
          <ac:chgData name="Richard Thomas" userId="30770937-3d53-462c-a2e0-179d44d98931" providerId="ADAL" clId="{1AD2B898-5C3E-4336-8C52-E7430B847043}" dt="2026-08-23T04:54:16.099" v="6792" actId="1076"/>
          <ac:picMkLst>
            <pc:docMk/>
            <pc:sldMk cId="2242101633" sldId="601"/>
            <ac:picMk id="9" creationId="{85D1D339-1122-BFE3-D9B6-A7A344E6B55E}"/>
          </ac:picMkLst>
        </pc:picChg>
      </pc:sldChg>
      <pc:sldChg chg="add mod modShow modNotesTx">
        <pc:chgData name="Richard Thomas" userId="30770937-3d53-462c-a2e0-179d44d98931" providerId="ADAL" clId="{1AD2B898-5C3E-4336-8C52-E7430B847043}" dt="2026-08-23T10:31:58.107" v="10372" actId="20577"/>
        <pc:sldMkLst>
          <pc:docMk/>
          <pc:sldMk cId="870076121" sldId="602"/>
        </pc:sldMkLst>
      </pc:sldChg>
      <pc:sldChg chg="modSp new mod modAnim modNotesTx">
        <pc:chgData name="Richard Thomas" userId="30770937-3d53-462c-a2e0-179d44d98931" providerId="ADAL" clId="{1AD2B898-5C3E-4336-8C52-E7430B847043}" dt="2026-08-23T10:54:38.605" v="11436" actId="20577"/>
        <pc:sldMkLst>
          <pc:docMk/>
          <pc:sldMk cId="3431632550" sldId="603"/>
        </pc:sldMkLst>
        <pc:spChg chg="mod">
          <ac:chgData name="Richard Thomas" userId="30770937-3d53-462c-a2e0-179d44d98931" providerId="ADAL" clId="{1AD2B898-5C3E-4336-8C52-E7430B847043}" dt="2026-08-23T10:11:54.553" v="8724" actId="20577"/>
          <ac:spMkLst>
            <pc:docMk/>
            <pc:sldMk cId="3431632550" sldId="603"/>
            <ac:spMk id="2" creationId="{5B79E11E-B93D-4280-7589-855FC1BBFB2C}"/>
          </ac:spMkLst>
        </pc:spChg>
        <pc:spChg chg="mod">
          <ac:chgData name="Richard Thomas" userId="30770937-3d53-462c-a2e0-179d44d98931" providerId="ADAL" clId="{1AD2B898-5C3E-4336-8C52-E7430B847043}" dt="2026-08-23T10:13:18.306" v="8964" actId="20577"/>
          <ac:spMkLst>
            <pc:docMk/>
            <pc:sldMk cId="3431632550" sldId="603"/>
            <ac:spMk id="3" creationId="{7D763950-ECC8-43E1-9A2F-00A1F1BD65A1}"/>
          </ac:spMkLst>
        </pc:spChg>
      </pc:sldChg>
      <pc:sldChg chg="modSp new mod modAnim modNotesTx">
        <pc:chgData name="Richard Thomas" userId="30770937-3d53-462c-a2e0-179d44d98931" providerId="ADAL" clId="{1AD2B898-5C3E-4336-8C52-E7430B847043}" dt="2026-08-23T10:54:42.938" v="11437" actId="20577"/>
        <pc:sldMkLst>
          <pc:docMk/>
          <pc:sldMk cId="1609967114" sldId="604"/>
        </pc:sldMkLst>
        <pc:spChg chg="mod">
          <ac:chgData name="Richard Thomas" userId="30770937-3d53-462c-a2e0-179d44d98931" providerId="ADAL" clId="{1AD2B898-5C3E-4336-8C52-E7430B847043}" dt="2026-08-23T10:13:26.953" v="8981" actId="20577"/>
          <ac:spMkLst>
            <pc:docMk/>
            <pc:sldMk cId="1609967114" sldId="604"/>
            <ac:spMk id="2" creationId="{E4C66884-1168-0572-ABD8-0D7C7BE69197}"/>
          </ac:spMkLst>
        </pc:spChg>
        <pc:spChg chg="mod">
          <ac:chgData name="Richard Thomas" userId="30770937-3d53-462c-a2e0-179d44d98931" providerId="ADAL" clId="{1AD2B898-5C3E-4336-8C52-E7430B847043}" dt="2026-08-23T10:15:10.562" v="9294" actId="20577"/>
          <ac:spMkLst>
            <pc:docMk/>
            <pc:sldMk cId="1609967114" sldId="604"/>
            <ac:spMk id="3" creationId="{6A5B2380-8794-76F0-1424-0A1A6EA5B7CB}"/>
          </ac:spMkLst>
        </pc:spChg>
      </pc:sldChg>
      <pc:sldChg chg="modSp new mod modAnim modNotesTx">
        <pc:chgData name="Richard Thomas" userId="30770937-3d53-462c-a2e0-179d44d98931" providerId="ADAL" clId="{1AD2B898-5C3E-4336-8C52-E7430B847043}" dt="2026-08-23T10:54:47.435" v="11438" actId="20577"/>
        <pc:sldMkLst>
          <pc:docMk/>
          <pc:sldMk cId="4020265031" sldId="605"/>
        </pc:sldMkLst>
        <pc:spChg chg="mod">
          <ac:chgData name="Richard Thomas" userId="30770937-3d53-462c-a2e0-179d44d98931" providerId="ADAL" clId="{1AD2B898-5C3E-4336-8C52-E7430B847043}" dt="2026-08-23T10:15:36.440" v="9313" actId="20577"/>
          <ac:spMkLst>
            <pc:docMk/>
            <pc:sldMk cId="4020265031" sldId="605"/>
            <ac:spMk id="2" creationId="{AAF65D95-169B-0E59-7541-0D2DE061EF90}"/>
          </ac:spMkLst>
        </pc:spChg>
        <pc:spChg chg="mod">
          <ac:chgData name="Richard Thomas" userId="30770937-3d53-462c-a2e0-179d44d98931" providerId="ADAL" clId="{1AD2B898-5C3E-4336-8C52-E7430B847043}" dt="2026-08-23T10:18:37.975" v="9828" actId="21"/>
          <ac:spMkLst>
            <pc:docMk/>
            <pc:sldMk cId="4020265031" sldId="605"/>
            <ac:spMk id="3" creationId="{30E22A99-58EB-4EC4-8A7C-F880FC3CB4D5}"/>
          </ac:spMkLst>
        </pc:spChg>
      </pc:sldChg>
      <pc:sldChg chg="modSp new mod modAnim modNotesTx">
        <pc:chgData name="Richard Thomas" userId="30770937-3d53-462c-a2e0-179d44d98931" providerId="ADAL" clId="{1AD2B898-5C3E-4336-8C52-E7430B847043}" dt="2026-08-23T10:54:51.624" v="11439" actId="20577"/>
        <pc:sldMkLst>
          <pc:docMk/>
          <pc:sldMk cId="2778955285" sldId="606"/>
        </pc:sldMkLst>
        <pc:spChg chg="mod">
          <ac:chgData name="Richard Thomas" userId="30770937-3d53-462c-a2e0-179d44d98931" providerId="ADAL" clId="{1AD2B898-5C3E-4336-8C52-E7430B847043}" dt="2026-08-23T10:17:28.523" v="9645" actId="20577"/>
          <ac:spMkLst>
            <pc:docMk/>
            <pc:sldMk cId="2778955285" sldId="606"/>
            <ac:spMk id="2" creationId="{8C51B216-11C8-4B1E-23B0-5E823153D277}"/>
          </ac:spMkLst>
        </pc:spChg>
        <pc:spChg chg="mod">
          <ac:chgData name="Richard Thomas" userId="30770937-3d53-462c-a2e0-179d44d98931" providerId="ADAL" clId="{1AD2B898-5C3E-4336-8C52-E7430B847043}" dt="2026-08-23T10:18:41.407" v="9829"/>
          <ac:spMkLst>
            <pc:docMk/>
            <pc:sldMk cId="2778955285" sldId="606"/>
            <ac:spMk id="3" creationId="{FD5F2CD4-71CA-CAF9-E719-31E3DF7E4752}"/>
          </ac:spMkLst>
        </pc:spChg>
      </pc:sldChg>
      <pc:sldChg chg="addSp delSp modSp new mod ord modAnim modNotesTx">
        <pc:chgData name="Richard Thomas" userId="30770937-3d53-462c-a2e0-179d44d98931" providerId="ADAL" clId="{1AD2B898-5C3E-4336-8C52-E7430B847043}" dt="2026-08-23T10:31:30.201" v="10326" actId="20577"/>
        <pc:sldMkLst>
          <pc:docMk/>
          <pc:sldMk cId="4170164581" sldId="607"/>
        </pc:sldMkLst>
        <pc:spChg chg="mod">
          <ac:chgData name="Richard Thomas" userId="30770937-3d53-462c-a2e0-179d44d98931" providerId="ADAL" clId="{1AD2B898-5C3E-4336-8C52-E7430B847043}" dt="2026-08-23T10:19:26.055" v="9882" actId="20577"/>
          <ac:spMkLst>
            <pc:docMk/>
            <pc:sldMk cId="4170164581" sldId="607"/>
            <ac:spMk id="2" creationId="{B5760B60-84BF-575B-B655-5C620BFD57D7}"/>
          </ac:spMkLst>
        </pc:spChg>
        <pc:spChg chg="mod">
          <ac:chgData name="Richard Thomas" userId="30770937-3d53-462c-a2e0-179d44d98931" providerId="ADAL" clId="{1AD2B898-5C3E-4336-8C52-E7430B847043}" dt="2026-08-23T10:29:14.733" v="10308" actId="14100"/>
          <ac:spMkLst>
            <pc:docMk/>
            <pc:sldMk cId="4170164581" sldId="607"/>
            <ac:spMk id="3" creationId="{FE4A7800-6706-8DBC-8A76-235673F06E32}"/>
          </ac:spMkLst>
        </pc:spChg>
        <pc:spChg chg="add del">
          <ac:chgData name="Richard Thomas" userId="30770937-3d53-462c-a2e0-179d44d98931" providerId="ADAL" clId="{1AD2B898-5C3E-4336-8C52-E7430B847043}" dt="2026-08-23T10:27:43.409" v="10288" actId="22"/>
          <ac:spMkLst>
            <pc:docMk/>
            <pc:sldMk cId="4170164581" sldId="607"/>
            <ac:spMk id="7" creationId="{9FB5D806-85B4-4C8D-8899-2D6CA3A1AE34}"/>
          </ac:spMkLst>
        </pc:spChg>
        <pc:spChg chg="add del">
          <ac:chgData name="Richard Thomas" userId="30770937-3d53-462c-a2e0-179d44d98931" providerId="ADAL" clId="{1AD2B898-5C3E-4336-8C52-E7430B847043}" dt="2026-08-23T10:27:52.295" v="10290" actId="22"/>
          <ac:spMkLst>
            <pc:docMk/>
            <pc:sldMk cId="4170164581" sldId="607"/>
            <ac:spMk id="9" creationId="{BD3CAA6A-4E86-5327-A7F3-F626EEE8E207}"/>
          </ac:spMkLst>
        </pc:spChg>
        <pc:spChg chg="add mod">
          <ac:chgData name="Richard Thomas" userId="30770937-3d53-462c-a2e0-179d44d98931" providerId="ADAL" clId="{1AD2B898-5C3E-4336-8C52-E7430B847043}" dt="2026-08-23T10:29:00.437" v="10302" actId="767"/>
          <ac:spMkLst>
            <pc:docMk/>
            <pc:sldMk cId="4170164581" sldId="607"/>
            <ac:spMk id="12" creationId="{5CA4DAB5-016E-9A51-9828-F1DD4104AF62}"/>
          </ac:spMkLst>
        </pc:spChg>
        <pc:spChg chg="add mod">
          <ac:chgData name="Richard Thomas" userId="30770937-3d53-462c-a2e0-179d44d98931" providerId="ADAL" clId="{1AD2B898-5C3E-4336-8C52-E7430B847043}" dt="2026-08-23T10:29:47.885" v="10313" actId="14100"/>
          <ac:spMkLst>
            <pc:docMk/>
            <pc:sldMk cId="4170164581" sldId="607"/>
            <ac:spMk id="13" creationId="{50DE0232-EB09-CB97-6151-7D09C06EB7BA}"/>
          </ac:spMkLst>
        </pc:spChg>
        <pc:picChg chg="add mod">
          <ac:chgData name="Richard Thomas" userId="30770937-3d53-462c-a2e0-179d44d98931" providerId="ADAL" clId="{1AD2B898-5C3E-4336-8C52-E7430B847043}" dt="2026-08-23T10:29:54.071" v="10315" actId="1076"/>
          <ac:picMkLst>
            <pc:docMk/>
            <pc:sldMk cId="4170164581" sldId="607"/>
            <ac:picMk id="11" creationId="{9EFB0171-9F3E-800F-C4BE-F0934B2F9DCD}"/>
          </ac:picMkLst>
        </pc:picChg>
      </pc:sldChg>
      <pc:sldChg chg="modSp new mod modNotesTx">
        <pc:chgData name="Richard Thomas" userId="30770937-3d53-462c-a2e0-179d44d98931" providerId="ADAL" clId="{1AD2B898-5C3E-4336-8C52-E7430B847043}" dt="2026-08-23T10:35:12.863" v="10802" actId="20577"/>
        <pc:sldMkLst>
          <pc:docMk/>
          <pc:sldMk cId="154587769" sldId="608"/>
        </pc:sldMkLst>
        <pc:spChg chg="mod">
          <ac:chgData name="Richard Thomas" userId="30770937-3d53-462c-a2e0-179d44d98931" providerId="ADAL" clId="{1AD2B898-5C3E-4336-8C52-E7430B847043}" dt="2026-08-23T10:32:37.419" v="10378" actId="20577"/>
          <ac:spMkLst>
            <pc:docMk/>
            <pc:sldMk cId="154587769" sldId="608"/>
            <ac:spMk id="2" creationId="{4806D2D8-5878-C8FF-DF93-1C9F98D4010A}"/>
          </ac:spMkLst>
        </pc:spChg>
        <pc:spChg chg="mod">
          <ac:chgData name="Richard Thomas" userId="30770937-3d53-462c-a2e0-179d44d98931" providerId="ADAL" clId="{1AD2B898-5C3E-4336-8C52-E7430B847043}" dt="2026-08-23T10:32:58.887" v="10461" actId="20577"/>
          <ac:spMkLst>
            <pc:docMk/>
            <pc:sldMk cId="154587769" sldId="608"/>
            <ac:spMk id="3" creationId="{68EA8762-22C2-1F09-64D6-3328A4BE4A33}"/>
          </ac:spMkLst>
        </pc:spChg>
      </pc:sldChg>
      <pc:sldChg chg="addSp modSp new mod modNotesTx">
        <pc:chgData name="Richard Thomas" userId="30770937-3d53-462c-a2e0-179d44d98931" providerId="ADAL" clId="{1AD2B898-5C3E-4336-8C52-E7430B847043}" dt="2026-08-23T10:54:54.907" v="11440" actId="20577"/>
        <pc:sldMkLst>
          <pc:docMk/>
          <pc:sldMk cId="2717837981" sldId="609"/>
        </pc:sldMkLst>
        <pc:spChg chg="mod">
          <ac:chgData name="Richard Thomas" userId="30770937-3d53-462c-a2e0-179d44d98931" providerId="ADAL" clId="{1AD2B898-5C3E-4336-8C52-E7430B847043}" dt="2026-08-23T10:43:52.554" v="11180" actId="20577"/>
          <ac:spMkLst>
            <pc:docMk/>
            <pc:sldMk cId="2717837981" sldId="609"/>
            <ac:spMk id="2" creationId="{5A73E6A1-5AA0-9300-58D4-59D4B2CFE2CF}"/>
          </ac:spMkLst>
        </pc:spChg>
        <pc:picChg chg="add mod modCrop">
          <ac:chgData name="Richard Thomas" userId="30770937-3d53-462c-a2e0-179d44d98931" providerId="ADAL" clId="{1AD2B898-5C3E-4336-8C52-E7430B847043}" dt="2026-08-23T10:44:03.813" v="11184" actId="1035"/>
          <ac:picMkLst>
            <pc:docMk/>
            <pc:sldMk cId="2717837981" sldId="609"/>
            <ac:picMk id="6" creationId="{AE61CC93-5565-1261-D21C-0AEAA873845E}"/>
          </ac:picMkLst>
        </pc:picChg>
      </pc:sldChg>
      <pc:sldChg chg="addSp modSp new mod modNotesTx">
        <pc:chgData name="Richard Thomas" userId="30770937-3d53-462c-a2e0-179d44d98931" providerId="ADAL" clId="{1AD2B898-5C3E-4336-8C52-E7430B847043}" dt="2026-08-23T10:54:58.941" v="11441" actId="20577"/>
        <pc:sldMkLst>
          <pc:docMk/>
          <pc:sldMk cId="652433286" sldId="610"/>
        </pc:sldMkLst>
        <pc:spChg chg="mod">
          <ac:chgData name="Richard Thomas" userId="30770937-3d53-462c-a2e0-179d44d98931" providerId="ADAL" clId="{1AD2B898-5C3E-4336-8C52-E7430B847043}" dt="2026-08-23T10:47:25.339" v="11269" actId="14100"/>
          <ac:spMkLst>
            <pc:docMk/>
            <pc:sldMk cId="652433286" sldId="610"/>
            <ac:spMk id="2" creationId="{11084574-033F-2FF0-9299-A7BC5AA7842E}"/>
          </ac:spMkLst>
        </pc:spChg>
        <pc:picChg chg="add mod modCrop">
          <ac:chgData name="Richard Thomas" userId="30770937-3d53-462c-a2e0-179d44d98931" providerId="ADAL" clId="{1AD2B898-5C3E-4336-8C52-E7430B847043}" dt="2026-08-23T10:46:53.665" v="11267" actId="1076"/>
          <ac:picMkLst>
            <pc:docMk/>
            <pc:sldMk cId="652433286" sldId="610"/>
            <ac:picMk id="6" creationId="{AC425154-13AA-6BE6-39B4-8FEB0CAFFD67}"/>
          </ac:picMkLst>
        </pc:picChg>
      </pc:sldChg>
      <pc:sldChg chg="addSp modSp new mod modNotesTx">
        <pc:chgData name="Richard Thomas" userId="30770937-3d53-462c-a2e0-179d44d98931" providerId="ADAL" clId="{1AD2B898-5C3E-4336-8C52-E7430B847043}" dt="2026-08-23T10:55:09.031" v="11443" actId="20577"/>
        <pc:sldMkLst>
          <pc:docMk/>
          <pc:sldMk cId="3550825380" sldId="611"/>
        </pc:sldMkLst>
        <pc:spChg chg="mod">
          <ac:chgData name="Richard Thomas" userId="30770937-3d53-462c-a2e0-179d44d98931" providerId="ADAL" clId="{1AD2B898-5C3E-4336-8C52-E7430B847043}" dt="2026-08-23T10:49:40.165" v="11304" actId="20577"/>
          <ac:spMkLst>
            <pc:docMk/>
            <pc:sldMk cId="3550825380" sldId="611"/>
            <ac:spMk id="2" creationId="{95C19C21-3E7E-A2E8-2E5B-265A78C01FE7}"/>
          </ac:spMkLst>
        </pc:spChg>
        <pc:picChg chg="add mod modCrop">
          <ac:chgData name="Richard Thomas" userId="30770937-3d53-462c-a2e0-179d44d98931" providerId="ADAL" clId="{1AD2B898-5C3E-4336-8C52-E7430B847043}" dt="2026-08-23T10:50:47.819" v="11319" actId="1076"/>
          <ac:picMkLst>
            <pc:docMk/>
            <pc:sldMk cId="3550825380" sldId="611"/>
            <ac:picMk id="6" creationId="{96D9E44F-470D-0A40-73B3-09656E6FA29E}"/>
          </ac:picMkLst>
        </pc:picChg>
      </pc:sldChg>
      <pc:sldMasterChg chg="delSp modSp mod modSldLayout">
        <pc:chgData name="Richard Thomas" userId="30770937-3d53-462c-a2e0-179d44d98931" providerId="ADAL" clId="{1AD2B898-5C3E-4336-8C52-E7430B847043}" dt="2026-08-21T01:00:05.626" v="92" actId="478"/>
        <pc:sldMasterMkLst>
          <pc:docMk/>
          <pc:sldMasterMk cId="0" sldId="2147483816"/>
        </pc:sldMasterMkLst>
        <pc:sldLayoutChg chg="delSp modSp mod">
          <pc:chgData name="Richard Thomas" userId="30770937-3d53-462c-a2e0-179d44d98931" providerId="ADAL" clId="{1AD2B898-5C3E-4336-8C52-E7430B847043}" dt="2026-08-21T00:59:22.214" v="82" actId="478"/>
          <pc:sldLayoutMkLst>
            <pc:docMk/>
            <pc:sldMasterMk cId="0" sldId="2147483816"/>
            <pc:sldLayoutMk cId="0" sldId="2147483817"/>
          </pc:sldLayoutMkLst>
        </pc:sldLayoutChg>
        <pc:sldLayoutChg chg="delSp modSp mod">
          <pc:chgData name="Richard Thomas" userId="30770937-3d53-462c-a2e0-179d44d98931" providerId="ADAL" clId="{1AD2B898-5C3E-4336-8C52-E7430B847043}" dt="2026-08-21T00:59:27.291" v="83" actId="478"/>
          <pc:sldLayoutMkLst>
            <pc:docMk/>
            <pc:sldMasterMk cId="0" sldId="2147483816"/>
            <pc:sldLayoutMk cId="0" sldId="2147483818"/>
          </pc:sldLayoutMkLst>
        </pc:sldLayoutChg>
        <pc:sldLayoutChg chg="delSp modSp mod">
          <pc:chgData name="Richard Thomas" userId="30770937-3d53-462c-a2e0-179d44d98931" providerId="ADAL" clId="{1AD2B898-5C3E-4336-8C52-E7430B847043}" dt="2026-08-21T00:59:31.028" v="84" actId="478"/>
          <pc:sldLayoutMkLst>
            <pc:docMk/>
            <pc:sldMasterMk cId="0" sldId="2147483816"/>
            <pc:sldLayoutMk cId="0" sldId="2147483819"/>
          </pc:sldLayoutMkLst>
        </pc:sldLayoutChg>
        <pc:sldLayoutChg chg="delSp modSp mod">
          <pc:chgData name="Richard Thomas" userId="30770937-3d53-462c-a2e0-179d44d98931" providerId="ADAL" clId="{1AD2B898-5C3E-4336-8C52-E7430B847043}" dt="2026-08-21T00:59:35.885" v="85" actId="478"/>
          <pc:sldLayoutMkLst>
            <pc:docMk/>
            <pc:sldMasterMk cId="0" sldId="2147483816"/>
            <pc:sldLayoutMk cId="0" sldId="2147483820"/>
          </pc:sldLayoutMkLst>
        </pc:sldLayoutChg>
        <pc:sldLayoutChg chg="delSp modSp mod">
          <pc:chgData name="Richard Thomas" userId="30770937-3d53-462c-a2e0-179d44d98931" providerId="ADAL" clId="{1AD2B898-5C3E-4336-8C52-E7430B847043}" dt="2026-08-21T00:59:40.279" v="86" actId="478"/>
          <pc:sldLayoutMkLst>
            <pc:docMk/>
            <pc:sldMasterMk cId="0" sldId="2147483816"/>
            <pc:sldLayoutMk cId="0" sldId="2147483821"/>
          </pc:sldLayoutMkLst>
        </pc:sldLayoutChg>
        <pc:sldLayoutChg chg="delSp modSp mod">
          <pc:chgData name="Richard Thomas" userId="30770937-3d53-462c-a2e0-179d44d98931" providerId="ADAL" clId="{1AD2B898-5C3E-4336-8C52-E7430B847043}" dt="2026-08-21T00:59:43.894" v="87" actId="478"/>
          <pc:sldLayoutMkLst>
            <pc:docMk/>
            <pc:sldMasterMk cId="0" sldId="2147483816"/>
            <pc:sldLayoutMk cId="0" sldId="2147483822"/>
          </pc:sldLayoutMkLst>
        </pc:sldLayoutChg>
        <pc:sldLayoutChg chg="delSp modSp mod">
          <pc:chgData name="Richard Thomas" userId="30770937-3d53-462c-a2e0-179d44d98931" providerId="ADAL" clId="{1AD2B898-5C3E-4336-8C52-E7430B847043}" dt="2026-08-21T00:59:47.849" v="88" actId="478"/>
          <pc:sldLayoutMkLst>
            <pc:docMk/>
            <pc:sldMasterMk cId="0" sldId="2147483816"/>
            <pc:sldLayoutMk cId="0" sldId="2147483823"/>
          </pc:sldLayoutMkLst>
        </pc:sldLayoutChg>
        <pc:sldLayoutChg chg="delSp mod">
          <pc:chgData name="Richard Thomas" userId="30770937-3d53-462c-a2e0-179d44d98931" providerId="ADAL" clId="{1AD2B898-5C3E-4336-8C52-E7430B847043}" dt="2026-08-21T00:59:52.169" v="89" actId="478"/>
          <pc:sldLayoutMkLst>
            <pc:docMk/>
            <pc:sldMasterMk cId="0" sldId="2147483816"/>
            <pc:sldLayoutMk cId="0" sldId="2147483824"/>
          </pc:sldLayoutMkLst>
        </pc:sldLayoutChg>
        <pc:sldLayoutChg chg="delSp mod">
          <pc:chgData name="Richard Thomas" userId="30770937-3d53-462c-a2e0-179d44d98931" providerId="ADAL" clId="{1AD2B898-5C3E-4336-8C52-E7430B847043}" dt="2026-08-21T00:59:55.911" v="90" actId="478"/>
          <pc:sldLayoutMkLst>
            <pc:docMk/>
            <pc:sldMasterMk cId="0" sldId="2147483816"/>
            <pc:sldLayoutMk cId="0" sldId="2147483825"/>
          </pc:sldLayoutMkLst>
        </pc:sldLayoutChg>
        <pc:sldLayoutChg chg="delSp mod">
          <pc:chgData name="Richard Thomas" userId="30770937-3d53-462c-a2e0-179d44d98931" providerId="ADAL" clId="{1AD2B898-5C3E-4336-8C52-E7430B847043}" dt="2026-08-21T01:00:00.455" v="91" actId="478"/>
          <pc:sldLayoutMkLst>
            <pc:docMk/>
            <pc:sldMasterMk cId="0" sldId="2147483816"/>
            <pc:sldLayoutMk cId="0" sldId="2147483826"/>
          </pc:sldLayoutMkLst>
        </pc:sldLayoutChg>
        <pc:sldLayoutChg chg="delSp mod">
          <pc:chgData name="Richard Thomas" userId="30770937-3d53-462c-a2e0-179d44d98931" providerId="ADAL" clId="{1AD2B898-5C3E-4336-8C52-E7430B847043}" dt="2026-08-21T01:00:05.626" v="92" actId="478"/>
          <pc:sldLayoutMkLst>
            <pc:docMk/>
            <pc:sldMasterMk cId="0" sldId="2147483816"/>
            <pc:sldLayoutMk cId="0" sldId="2147483827"/>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Successful</c:v>
                </c:pt>
              </c:strCache>
            </c:strRef>
          </c:tx>
          <c:spPr>
            <a:solidFill>
              <a:srgbClr val="00B050"/>
            </a:solidFill>
          </c:spPr>
          <c:invertIfNegative val="0"/>
          <c:cat>
            <c:strRef>
              <c:f>Sheet1!$A$2:$A$6</c:f>
              <c:strCache>
                <c:ptCount val="5"/>
                <c:pt idx="0">
                  <c:v>Traditional</c:v>
                </c:pt>
                <c:pt idx="1">
                  <c:v>Ad-Hoc</c:v>
                </c:pt>
                <c:pt idx="2">
                  <c:v>Agile</c:v>
                </c:pt>
                <c:pt idx="3">
                  <c:v>Iterative</c:v>
                </c:pt>
                <c:pt idx="4">
                  <c:v>Lean</c:v>
                </c:pt>
              </c:strCache>
            </c:strRef>
          </c:cat>
          <c:val>
            <c:numRef>
              <c:f>Sheet1!$B$2:$B$6</c:f>
              <c:numCache>
                <c:formatCode>0%</c:formatCode>
                <c:ptCount val="5"/>
                <c:pt idx="0">
                  <c:v>0.49000000000000005</c:v>
                </c:pt>
                <c:pt idx="1">
                  <c:v>0.5</c:v>
                </c:pt>
                <c:pt idx="2">
                  <c:v>0.64000000000000012</c:v>
                </c:pt>
                <c:pt idx="3">
                  <c:v>0.65000000000000013</c:v>
                </c:pt>
                <c:pt idx="4">
                  <c:v>0.72000000000000008</c:v>
                </c:pt>
              </c:numCache>
            </c:numRef>
          </c:val>
          <c:extLst>
            <c:ext xmlns:c16="http://schemas.microsoft.com/office/drawing/2014/chart" uri="{C3380CC4-5D6E-409C-BE32-E72D297353CC}">
              <c16:uniqueId val="{00000000-DA3E-4CA0-992E-35B928DB6A2E}"/>
            </c:ext>
          </c:extLst>
        </c:ser>
        <c:ser>
          <c:idx val="1"/>
          <c:order val="1"/>
          <c:tx>
            <c:strRef>
              <c:f>Sheet1!$C$1</c:f>
              <c:strCache>
                <c:ptCount val="1"/>
                <c:pt idx="0">
                  <c:v>Challenged</c:v>
                </c:pt>
              </c:strCache>
            </c:strRef>
          </c:tx>
          <c:spPr>
            <a:solidFill>
              <a:srgbClr val="FFC000"/>
            </a:solidFill>
          </c:spPr>
          <c:invertIfNegative val="0"/>
          <c:cat>
            <c:strRef>
              <c:f>Sheet1!$A$2:$A$6</c:f>
              <c:strCache>
                <c:ptCount val="5"/>
                <c:pt idx="0">
                  <c:v>Traditional</c:v>
                </c:pt>
                <c:pt idx="1">
                  <c:v>Ad-Hoc</c:v>
                </c:pt>
                <c:pt idx="2">
                  <c:v>Agile</c:v>
                </c:pt>
                <c:pt idx="3">
                  <c:v>Iterative</c:v>
                </c:pt>
                <c:pt idx="4">
                  <c:v>Lean</c:v>
                </c:pt>
              </c:strCache>
            </c:strRef>
          </c:cat>
          <c:val>
            <c:numRef>
              <c:f>Sheet1!$C$2:$C$6</c:f>
              <c:numCache>
                <c:formatCode>0%</c:formatCode>
                <c:ptCount val="5"/>
                <c:pt idx="0">
                  <c:v>0.32000000000000006</c:v>
                </c:pt>
                <c:pt idx="1">
                  <c:v>0.35000000000000003</c:v>
                </c:pt>
                <c:pt idx="2">
                  <c:v>0.30000000000000004</c:v>
                </c:pt>
                <c:pt idx="3">
                  <c:v>0.28000000000000008</c:v>
                </c:pt>
                <c:pt idx="4">
                  <c:v>0.21000000000000002</c:v>
                </c:pt>
              </c:numCache>
            </c:numRef>
          </c:val>
          <c:extLst>
            <c:ext xmlns:c16="http://schemas.microsoft.com/office/drawing/2014/chart" uri="{C3380CC4-5D6E-409C-BE32-E72D297353CC}">
              <c16:uniqueId val="{00000001-DA3E-4CA0-992E-35B928DB6A2E}"/>
            </c:ext>
          </c:extLst>
        </c:ser>
        <c:ser>
          <c:idx val="2"/>
          <c:order val="2"/>
          <c:tx>
            <c:strRef>
              <c:f>Sheet1!$D$1</c:f>
              <c:strCache>
                <c:ptCount val="1"/>
                <c:pt idx="0">
                  <c:v>Failed</c:v>
                </c:pt>
              </c:strCache>
            </c:strRef>
          </c:tx>
          <c:spPr>
            <a:solidFill>
              <a:srgbClr val="C00000"/>
            </a:solidFill>
          </c:spPr>
          <c:invertIfNegative val="0"/>
          <c:cat>
            <c:strRef>
              <c:f>Sheet1!$A$2:$A$6</c:f>
              <c:strCache>
                <c:ptCount val="5"/>
                <c:pt idx="0">
                  <c:v>Traditional</c:v>
                </c:pt>
                <c:pt idx="1">
                  <c:v>Ad-Hoc</c:v>
                </c:pt>
                <c:pt idx="2">
                  <c:v>Agile</c:v>
                </c:pt>
                <c:pt idx="3">
                  <c:v>Iterative</c:v>
                </c:pt>
                <c:pt idx="4">
                  <c:v>Lean</c:v>
                </c:pt>
              </c:strCache>
            </c:strRef>
          </c:cat>
          <c:val>
            <c:numRef>
              <c:f>Sheet1!$D$2:$D$6</c:f>
              <c:numCache>
                <c:formatCode>0%</c:formatCode>
                <c:ptCount val="5"/>
                <c:pt idx="0">
                  <c:v>0.18000000000000002</c:v>
                </c:pt>
                <c:pt idx="1">
                  <c:v>0.15000000000000002</c:v>
                </c:pt>
                <c:pt idx="2">
                  <c:v>6.0000000000000012E-2</c:v>
                </c:pt>
                <c:pt idx="3">
                  <c:v>7.0000000000000021E-2</c:v>
                </c:pt>
                <c:pt idx="4">
                  <c:v>7.0000000000000021E-2</c:v>
                </c:pt>
              </c:numCache>
            </c:numRef>
          </c:val>
          <c:extLst>
            <c:ext xmlns:c16="http://schemas.microsoft.com/office/drawing/2014/chart" uri="{C3380CC4-5D6E-409C-BE32-E72D297353CC}">
              <c16:uniqueId val="{00000002-DA3E-4CA0-992E-35B928DB6A2E}"/>
            </c:ext>
          </c:extLst>
        </c:ser>
        <c:dLbls>
          <c:showLegendKey val="0"/>
          <c:showVal val="0"/>
          <c:showCatName val="0"/>
          <c:showSerName val="0"/>
          <c:showPercent val="0"/>
          <c:showBubbleSize val="0"/>
        </c:dLbls>
        <c:gapWidth val="150"/>
        <c:overlap val="100"/>
        <c:axId val="87520384"/>
        <c:axId val="87521920"/>
      </c:barChart>
      <c:catAx>
        <c:axId val="87520384"/>
        <c:scaling>
          <c:orientation val="minMax"/>
        </c:scaling>
        <c:delete val="0"/>
        <c:axPos val="l"/>
        <c:numFmt formatCode="General" sourceLinked="0"/>
        <c:majorTickMark val="out"/>
        <c:minorTickMark val="none"/>
        <c:tickLblPos val="nextTo"/>
        <c:txPr>
          <a:bodyPr/>
          <a:lstStyle/>
          <a:p>
            <a:pPr>
              <a:defRPr b="1"/>
            </a:pPr>
            <a:endParaRPr lang="en-US"/>
          </a:p>
        </c:txPr>
        <c:crossAx val="87521920"/>
        <c:crosses val="autoZero"/>
        <c:auto val="1"/>
        <c:lblAlgn val="ctr"/>
        <c:lblOffset val="100"/>
        <c:noMultiLvlLbl val="0"/>
      </c:catAx>
      <c:valAx>
        <c:axId val="87521920"/>
        <c:scaling>
          <c:orientation val="minMax"/>
        </c:scaling>
        <c:delete val="0"/>
        <c:axPos val="b"/>
        <c:majorGridlines/>
        <c:numFmt formatCode="0%" sourceLinked="1"/>
        <c:majorTickMark val="out"/>
        <c:minorTickMark val="none"/>
        <c:tickLblPos val="nextTo"/>
        <c:crossAx val="87520384"/>
        <c:crosses val="autoZero"/>
        <c:crossBetween val="between"/>
      </c:valAx>
    </c:plotArea>
    <c:legend>
      <c:legendPos val="b"/>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bar"/>
        <c:grouping val="clustered"/>
        <c:varyColors val="0"/>
        <c:ser>
          <c:idx val="0"/>
          <c:order val="0"/>
          <c:tx>
            <c:strRef>
              <c:f>Sheet1!$B$1</c:f>
              <c:strCache>
                <c:ptCount val="1"/>
                <c:pt idx="0">
                  <c:v>Traditional</c:v>
                </c:pt>
              </c:strCache>
            </c:strRef>
          </c:tx>
          <c:spPr>
            <a:solidFill>
              <a:srgbClr val="800000"/>
            </a:solidFill>
          </c:spPr>
          <c:invertIfNegative val="0"/>
          <c:cat>
            <c:strRef>
              <c:f>Sheet1!$A$2:$A$5</c:f>
              <c:strCache>
                <c:ptCount val="4"/>
                <c:pt idx="0">
                  <c:v>Time/Schedule</c:v>
                </c:pt>
                <c:pt idx="1">
                  <c:v>ROI</c:v>
                </c:pt>
                <c:pt idx="2">
                  <c:v>Stakeholder Value</c:v>
                </c:pt>
                <c:pt idx="3">
                  <c:v>Product Quality</c:v>
                </c:pt>
              </c:strCache>
            </c:strRef>
          </c:cat>
          <c:val>
            <c:numRef>
              <c:f>Sheet1!$B$2:$B$5</c:f>
              <c:numCache>
                <c:formatCode>0.0</c:formatCode>
                <c:ptCount val="4"/>
                <c:pt idx="0">
                  <c:v>-0.70000000000000007</c:v>
                </c:pt>
                <c:pt idx="1">
                  <c:v>0.5</c:v>
                </c:pt>
                <c:pt idx="2">
                  <c:v>1</c:v>
                </c:pt>
                <c:pt idx="3">
                  <c:v>1.9000000000000001</c:v>
                </c:pt>
              </c:numCache>
            </c:numRef>
          </c:val>
          <c:extLst>
            <c:ext xmlns:c16="http://schemas.microsoft.com/office/drawing/2014/chart" uri="{C3380CC4-5D6E-409C-BE32-E72D297353CC}">
              <c16:uniqueId val="{00000000-6791-4317-9E10-B8A29556502D}"/>
            </c:ext>
          </c:extLst>
        </c:ser>
        <c:ser>
          <c:idx val="1"/>
          <c:order val="1"/>
          <c:tx>
            <c:strRef>
              <c:f>Sheet1!$C$1</c:f>
              <c:strCache>
                <c:ptCount val="1"/>
                <c:pt idx="0">
                  <c:v>Ad-hoc</c:v>
                </c:pt>
              </c:strCache>
            </c:strRef>
          </c:tx>
          <c:spPr>
            <a:solidFill>
              <a:srgbClr val="C00000"/>
            </a:solidFill>
          </c:spPr>
          <c:invertIfNegative val="0"/>
          <c:cat>
            <c:strRef>
              <c:f>Sheet1!$A$2:$A$5</c:f>
              <c:strCache>
                <c:ptCount val="4"/>
                <c:pt idx="0">
                  <c:v>Time/Schedule</c:v>
                </c:pt>
                <c:pt idx="1">
                  <c:v>ROI</c:v>
                </c:pt>
                <c:pt idx="2">
                  <c:v>Stakeholder Value</c:v>
                </c:pt>
                <c:pt idx="3">
                  <c:v>Product Quality</c:v>
                </c:pt>
              </c:strCache>
            </c:strRef>
          </c:cat>
          <c:val>
            <c:numRef>
              <c:f>Sheet1!$C$2:$C$5</c:f>
              <c:numCache>
                <c:formatCode>0.0</c:formatCode>
                <c:ptCount val="4"/>
                <c:pt idx="0">
                  <c:v>0</c:v>
                </c:pt>
                <c:pt idx="1">
                  <c:v>-0.4</c:v>
                </c:pt>
                <c:pt idx="2">
                  <c:v>1.9000000000000001</c:v>
                </c:pt>
                <c:pt idx="3">
                  <c:v>-1.4</c:v>
                </c:pt>
              </c:numCache>
            </c:numRef>
          </c:val>
          <c:extLst>
            <c:ext xmlns:c16="http://schemas.microsoft.com/office/drawing/2014/chart" uri="{C3380CC4-5D6E-409C-BE32-E72D297353CC}">
              <c16:uniqueId val="{00000001-6791-4317-9E10-B8A29556502D}"/>
            </c:ext>
          </c:extLst>
        </c:ser>
        <c:ser>
          <c:idx val="2"/>
          <c:order val="2"/>
          <c:tx>
            <c:strRef>
              <c:f>Sheet1!$D$1</c:f>
              <c:strCache>
                <c:ptCount val="1"/>
                <c:pt idx="0">
                  <c:v>Iterative</c:v>
                </c:pt>
              </c:strCache>
            </c:strRef>
          </c:tx>
          <c:spPr>
            <a:solidFill>
              <a:srgbClr val="FFC40B"/>
            </a:solidFill>
          </c:spPr>
          <c:invertIfNegative val="0"/>
          <c:cat>
            <c:strRef>
              <c:f>Sheet1!$A$2:$A$5</c:f>
              <c:strCache>
                <c:ptCount val="4"/>
                <c:pt idx="0">
                  <c:v>Time/Schedule</c:v>
                </c:pt>
                <c:pt idx="1">
                  <c:v>ROI</c:v>
                </c:pt>
                <c:pt idx="2">
                  <c:v>Stakeholder Value</c:v>
                </c:pt>
                <c:pt idx="3">
                  <c:v>Product Quality</c:v>
                </c:pt>
              </c:strCache>
            </c:strRef>
          </c:cat>
          <c:val>
            <c:numRef>
              <c:f>Sheet1!$D$2:$D$5</c:f>
              <c:numCache>
                <c:formatCode>0.0</c:formatCode>
                <c:ptCount val="4"/>
                <c:pt idx="0">
                  <c:v>4.9000000000000004</c:v>
                </c:pt>
                <c:pt idx="1">
                  <c:v>4.2</c:v>
                </c:pt>
                <c:pt idx="2">
                  <c:v>5.6</c:v>
                </c:pt>
                <c:pt idx="3">
                  <c:v>3.8</c:v>
                </c:pt>
              </c:numCache>
            </c:numRef>
          </c:val>
          <c:extLst>
            <c:ext xmlns:c16="http://schemas.microsoft.com/office/drawing/2014/chart" uri="{C3380CC4-5D6E-409C-BE32-E72D297353CC}">
              <c16:uniqueId val="{00000002-6791-4317-9E10-B8A29556502D}"/>
            </c:ext>
          </c:extLst>
        </c:ser>
        <c:ser>
          <c:idx val="3"/>
          <c:order val="3"/>
          <c:tx>
            <c:strRef>
              <c:f>Sheet1!$E$1</c:f>
              <c:strCache>
                <c:ptCount val="1"/>
                <c:pt idx="0">
                  <c:v>Agile</c:v>
                </c:pt>
              </c:strCache>
            </c:strRef>
          </c:tx>
          <c:spPr>
            <a:solidFill>
              <a:srgbClr val="008000"/>
            </a:solidFill>
          </c:spPr>
          <c:invertIfNegative val="0"/>
          <c:cat>
            <c:strRef>
              <c:f>Sheet1!$A$2:$A$5</c:f>
              <c:strCache>
                <c:ptCount val="4"/>
                <c:pt idx="0">
                  <c:v>Time/Schedule</c:v>
                </c:pt>
                <c:pt idx="1">
                  <c:v>ROI</c:v>
                </c:pt>
                <c:pt idx="2">
                  <c:v>Stakeholder Value</c:v>
                </c:pt>
                <c:pt idx="3">
                  <c:v>Product Quality</c:v>
                </c:pt>
              </c:strCache>
            </c:strRef>
          </c:cat>
          <c:val>
            <c:numRef>
              <c:f>Sheet1!$E$2:$E$5</c:f>
              <c:numCache>
                <c:formatCode>0.0</c:formatCode>
                <c:ptCount val="4"/>
                <c:pt idx="0">
                  <c:v>4.3</c:v>
                </c:pt>
                <c:pt idx="1">
                  <c:v>5.4</c:v>
                </c:pt>
                <c:pt idx="2">
                  <c:v>3</c:v>
                </c:pt>
                <c:pt idx="3">
                  <c:v>4</c:v>
                </c:pt>
              </c:numCache>
            </c:numRef>
          </c:val>
          <c:extLst>
            <c:ext xmlns:c16="http://schemas.microsoft.com/office/drawing/2014/chart" uri="{C3380CC4-5D6E-409C-BE32-E72D297353CC}">
              <c16:uniqueId val="{00000003-6791-4317-9E10-B8A29556502D}"/>
            </c:ext>
          </c:extLst>
        </c:ser>
        <c:ser>
          <c:idx val="4"/>
          <c:order val="4"/>
          <c:tx>
            <c:strRef>
              <c:f>Sheet1!$F$1</c:f>
              <c:strCache>
                <c:ptCount val="1"/>
                <c:pt idx="0">
                  <c:v>Lean</c:v>
                </c:pt>
              </c:strCache>
            </c:strRef>
          </c:tx>
          <c:spPr>
            <a:solidFill>
              <a:srgbClr val="660066"/>
            </a:solidFill>
          </c:spPr>
          <c:invertIfNegative val="0"/>
          <c:cat>
            <c:strRef>
              <c:f>Sheet1!$A$2:$A$5</c:f>
              <c:strCache>
                <c:ptCount val="4"/>
                <c:pt idx="0">
                  <c:v>Time/Schedule</c:v>
                </c:pt>
                <c:pt idx="1">
                  <c:v>ROI</c:v>
                </c:pt>
                <c:pt idx="2">
                  <c:v>Stakeholder Value</c:v>
                </c:pt>
                <c:pt idx="3">
                  <c:v>Product Quality</c:v>
                </c:pt>
              </c:strCache>
            </c:strRef>
          </c:cat>
          <c:val>
            <c:numRef>
              <c:f>Sheet1!$F$2:$F$5</c:f>
              <c:numCache>
                <c:formatCode>0.0</c:formatCode>
                <c:ptCount val="4"/>
                <c:pt idx="0">
                  <c:v>5.7</c:v>
                </c:pt>
                <c:pt idx="1">
                  <c:v>6</c:v>
                </c:pt>
                <c:pt idx="2">
                  <c:v>5.5</c:v>
                </c:pt>
                <c:pt idx="3">
                  <c:v>4.8</c:v>
                </c:pt>
              </c:numCache>
            </c:numRef>
          </c:val>
          <c:extLst>
            <c:ext xmlns:c16="http://schemas.microsoft.com/office/drawing/2014/chart" uri="{C3380CC4-5D6E-409C-BE32-E72D297353CC}">
              <c16:uniqueId val="{00000004-6791-4317-9E10-B8A29556502D}"/>
            </c:ext>
          </c:extLst>
        </c:ser>
        <c:dLbls>
          <c:showLegendKey val="0"/>
          <c:showVal val="0"/>
          <c:showCatName val="0"/>
          <c:showSerName val="0"/>
          <c:showPercent val="0"/>
          <c:showBubbleSize val="0"/>
        </c:dLbls>
        <c:gapWidth val="150"/>
        <c:axId val="87447040"/>
        <c:axId val="87448576"/>
      </c:barChart>
      <c:catAx>
        <c:axId val="87447040"/>
        <c:scaling>
          <c:orientation val="minMax"/>
        </c:scaling>
        <c:delete val="0"/>
        <c:axPos val="l"/>
        <c:numFmt formatCode="General" sourceLinked="0"/>
        <c:majorTickMark val="out"/>
        <c:minorTickMark val="none"/>
        <c:tickLblPos val="nextTo"/>
        <c:txPr>
          <a:bodyPr/>
          <a:lstStyle/>
          <a:p>
            <a:pPr>
              <a:defRPr b="1"/>
            </a:pPr>
            <a:endParaRPr lang="en-US"/>
          </a:p>
        </c:txPr>
        <c:crossAx val="87448576"/>
        <c:crosses val="autoZero"/>
        <c:auto val="1"/>
        <c:lblAlgn val="ctr"/>
        <c:lblOffset val="100"/>
        <c:noMultiLvlLbl val="0"/>
      </c:catAx>
      <c:valAx>
        <c:axId val="87448576"/>
        <c:scaling>
          <c:orientation val="minMax"/>
          <c:max val="7"/>
        </c:scaling>
        <c:delete val="0"/>
        <c:axPos val="b"/>
        <c:majorGridlines/>
        <c:numFmt formatCode="0.0" sourceLinked="1"/>
        <c:majorTickMark val="out"/>
        <c:minorTickMark val="none"/>
        <c:tickLblPos val="nextTo"/>
        <c:crossAx val="87447040"/>
        <c:crosses val="autoZero"/>
        <c:crossBetween val="between"/>
      </c:valAx>
    </c:plotArea>
    <c:legend>
      <c:legendPos val="r"/>
      <c:overlay val="0"/>
      <c:txPr>
        <a:bodyPr/>
        <a:lstStyle/>
        <a:p>
          <a:pPr>
            <a:defRPr b="1"/>
          </a:pPr>
          <a:endParaRPr lang="en-US"/>
        </a:p>
      </c:txPr>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8/23/2026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8/23/2026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www.construx.com/uploadedfiles/resources/whitepapers/Software%20Development%E2%80%99s%20Classic%20Mistakes.pdf"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r>
              <a:rPr lang="en-US" dirty="0"/>
              <a:t>Get students to list all the software enabled systems that they use every day.</a:t>
            </a:r>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6">
            <a:extLst>
              <a:ext uri="{FF2B5EF4-FFF2-40B4-BE49-F238E27FC236}">
                <a16:creationId xmlns:a16="http://schemas.microsoft.com/office/drawing/2014/main" id="{D910E957-2597-4470-B2A7-20F40DED569B}"/>
              </a:ext>
            </a:extLst>
          </p:cNvPr>
          <p:cNvSpPr>
            <a:spLocks noGrp="1" noRot="1" noChangeAspect="1" noChangeArrowheads="1" noTextEdit="1"/>
          </p:cNvSpPr>
          <p:nvPr>
            <p:ph type="sldImg"/>
          </p:nvPr>
        </p:nvSpPr>
        <p:spPr>
          <a:ln/>
        </p:spPr>
      </p:sp>
      <p:sp>
        <p:nvSpPr>
          <p:cNvPr id="51203" name="Rectangle 1027">
            <a:extLst>
              <a:ext uri="{FF2B5EF4-FFF2-40B4-BE49-F238E27FC236}">
                <a16:creationId xmlns:a16="http://schemas.microsoft.com/office/drawing/2014/main" id="{58C6C3BC-B979-4748-8C25-BB2ECACC2D7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de-DE" altLang="en-US" dirty="0">
                <a:latin typeface="Palatino" charset="0"/>
                <a:ea typeface="ヒラギノ角ゴ Pro W3" charset="-128"/>
              </a:rPr>
              <a:t>Rubic Cube blindfolded http://www.youtube.com/watch?v=JCkI2qh1SF4&amp;NR=1</a:t>
            </a:r>
          </a:p>
          <a:p>
            <a:pPr lvl="0"/>
            <a:r>
              <a:rPr lang="de-DE" altLang="en-US" dirty="0">
                <a:latin typeface="Palatino" charset="0"/>
                <a:ea typeface="ヒラギノ角ゴ Pro W3" charset="-128"/>
              </a:rPr>
              <a:t>Rubic Cube in 6 seconds:  http://www.youtube.com/watch?v=jI_zjWssn2g&amp;feature=related</a:t>
            </a:r>
          </a:p>
          <a:p>
            <a:pPr lvl="0"/>
            <a:endParaRPr lang="de-DE" altLang="en-US" dirty="0">
              <a:latin typeface="Palatino" charset="0"/>
              <a:ea typeface="ヒラギノ角ゴ Pro W3" charset="-128"/>
            </a:endParaRPr>
          </a:p>
          <a:p>
            <a:pPr lvl="0"/>
            <a:r>
              <a:rPr lang="de-DE" altLang="en-US" dirty="0">
                <a:latin typeface="Palatino" charset="0"/>
                <a:ea typeface="ヒラギノ角ゴ Pro W3" charset="-128"/>
              </a:rPr>
              <a:t>Rubic cube by a 3 year old, </a:t>
            </a:r>
          </a:p>
          <a:p>
            <a:pPr lvl="0"/>
            <a:r>
              <a:rPr lang="de-DE" altLang="en-US" dirty="0">
                <a:latin typeface="Palatino" charset="0"/>
                <a:ea typeface="ヒラギノ角ゴ Pro W3" charset="-128"/>
              </a:rPr>
              <a:t>2 Rubic Cubes at the same time: http://www.youtube.com/watch?v=RW3akfdEGI8&amp;feature=related</a:t>
            </a:r>
          </a:p>
          <a:p>
            <a:pPr lvl="0"/>
            <a:r>
              <a:rPr lang="de-DE" altLang="en-US" dirty="0">
                <a:latin typeface="Palatino" charset="0"/>
                <a:ea typeface="ヒラギノ角ゴ Pro W3" charset="-128"/>
              </a:rPr>
              <a:t>3 Rubic Cubes in a row: http://www.youtube.com/watch?v=api7yyAoAug&amp;feature=channel</a:t>
            </a:r>
          </a:p>
        </p:txBody>
      </p:sp>
    </p:spTree>
    <p:extLst>
      <p:ext uri="{BB962C8B-B14F-4D97-AF65-F5344CB8AC3E}">
        <p14:creationId xmlns:p14="http://schemas.microsoft.com/office/powerpoint/2010/main" val="3533312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dt" sz="quarter" idx="1"/>
          </p:nvPr>
        </p:nvSpPr>
        <p:spPr>
          <a:noFill/>
        </p:spPr>
        <p:txBody>
          <a:bodyPr/>
          <a:lstStyle>
            <a:lvl1pPr defTabSz="950913">
              <a:defRPr sz="1200">
                <a:solidFill>
                  <a:schemeClr val="tx1"/>
                </a:solidFill>
                <a:latin typeface="Times New Roman" panose="02020603050405020304" pitchFamily="18" charset="0"/>
              </a:defRPr>
            </a:lvl1pPr>
            <a:lvl2pPr marL="742950" indent="-285750" defTabSz="950913">
              <a:defRPr sz="1200">
                <a:solidFill>
                  <a:schemeClr val="tx1"/>
                </a:solidFill>
                <a:latin typeface="Times New Roman" panose="02020603050405020304" pitchFamily="18" charset="0"/>
              </a:defRPr>
            </a:lvl2pPr>
            <a:lvl3pPr marL="1143000" indent="-228600" defTabSz="950913">
              <a:defRPr sz="1200">
                <a:solidFill>
                  <a:schemeClr val="tx1"/>
                </a:solidFill>
                <a:latin typeface="Times New Roman" panose="02020603050405020304" pitchFamily="18" charset="0"/>
              </a:defRPr>
            </a:lvl3pPr>
            <a:lvl4pPr marL="1600200" indent="-228600" defTabSz="950913">
              <a:defRPr sz="1200">
                <a:solidFill>
                  <a:schemeClr val="tx1"/>
                </a:solidFill>
                <a:latin typeface="Times New Roman" panose="02020603050405020304" pitchFamily="18" charset="0"/>
              </a:defRPr>
            </a:lvl4pPr>
            <a:lvl5pPr marL="2057400" indent="-228600" defTabSz="950913">
              <a:defRPr sz="1200">
                <a:solidFill>
                  <a:schemeClr val="tx1"/>
                </a:solidFill>
                <a:latin typeface="Times New Roman" panose="02020603050405020304" pitchFamily="18" charset="0"/>
              </a:defRPr>
            </a:lvl5pPr>
            <a:lvl6pPr marL="2514600" indent="-228600" defTabSz="950913"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defTabSz="950913"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defTabSz="950913"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defTabSz="950913" eaLnBrk="0" fontAlgn="base" hangingPunct="0">
              <a:spcBef>
                <a:spcPct val="0"/>
              </a:spcBef>
              <a:spcAft>
                <a:spcPct val="0"/>
              </a:spcAft>
              <a:defRPr sz="1200">
                <a:solidFill>
                  <a:schemeClr val="tx1"/>
                </a:solidFill>
                <a:latin typeface="Times New Roman" panose="02020603050405020304" pitchFamily="18" charset="0"/>
              </a:defRPr>
            </a:lvl9pPr>
          </a:lstStyle>
          <a:p>
            <a:r>
              <a:rPr lang="en-US" altLang="en-US" sz="1000"/>
              <a:t>Chapter 1 (RASD 3/e)</a:t>
            </a:r>
          </a:p>
        </p:txBody>
      </p:sp>
      <p:sp>
        <p:nvSpPr>
          <p:cNvPr id="19459" name="Rectangle 5"/>
          <p:cNvSpPr>
            <a:spLocks noGrp="1" noChangeArrowheads="1"/>
          </p:cNvSpPr>
          <p:nvPr>
            <p:ph type="sldNum" sz="quarter" idx="5"/>
          </p:nvPr>
        </p:nvSpPr>
        <p:spPr>
          <a:noFill/>
        </p:spPr>
        <p:txBody>
          <a:bodyPr/>
          <a:lstStyle>
            <a:lvl1pPr defTabSz="950913">
              <a:defRPr sz="1200">
                <a:solidFill>
                  <a:schemeClr val="tx1"/>
                </a:solidFill>
                <a:latin typeface="Times New Roman" panose="02020603050405020304" pitchFamily="18" charset="0"/>
              </a:defRPr>
            </a:lvl1pPr>
            <a:lvl2pPr marL="742950" indent="-285750" defTabSz="950913">
              <a:defRPr sz="1200">
                <a:solidFill>
                  <a:schemeClr val="tx1"/>
                </a:solidFill>
                <a:latin typeface="Times New Roman" panose="02020603050405020304" pitchFamily="18" charset="0"/>
              </a:defRPr>
            </a:lvl2pPr>
            <a:lvl3pPr marL="1143000" indent="-228600" defTabSz="950913">
              <a:defRPr sz="1200">
                <a:solidFill>
                  <a:schemeClr val="tx1"/>
                </a:solidFill>
                <a:latin typeface="Times New Roman" panose="02020603050405020304" pitchFamily="18" charset="0"/>
              </a:defRPr>
            </a:lvl3pPr>
            <a:lvl4pPr marL="1600200" indent="-228600" defTabSz="950913">
              <a:defRPr sz="1200">
                <a:solidFill>
                  <a:schemeClr val="tx1"/>
                </a:solidFill>
                <a:latin typeface="Times New Roman" panose="02020603050405020304" pitchFamily="18" charset="0"/>
              </a:defRPr>
            </a:lvl4pPr>
            <a:lvl5pPr marL="2057400" indent="-228600" defTabSz="950913">
              <a:defRPr sz="1200">
                <a:solidFill>
                  <a:schemeClr val="tx1"/>
                </a:solidFill>
                <a:latin typeface="Times New Roman" panose="02020603050405020304" pitchFamily="18" charset="0"/>
              </a:defRPr>
            </a:lvl5pPr>
            <a:lvl6pPr marL="2514600" indent="-228600" defTabSz="950913"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defTabSz="950913"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defTabSz="950913"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defTabSz="950913" eaLnBrk="0" fontAlgn="base" hangingPunct="0">
              <a:spcBef>
                <a:spcPct val="0"/>
              </a:spcBef>
              <a:spcAft>
                <a:spcPct val="0"/>
              </a:spcAft>
              <a:defRPr sz="1200">
                <a:solidFill>
                  <a:schemeClr val="tx1"/>
                </a:solidFill>
                <a:latin typeface="Times New Roman" panose="02020603050405020304" pitchFamily="18" charset="0"/>
              </a:defRPr>
            </a:lvl9pPr>
          </a:lstStyle>
          <a:p>
            <a:fld id="{7A64FFA6-2AB3-472E-9E8F-6B4AEAFD05F7}" type="slidenum">
              <a:rPr lang="en-US" altLang="en-US" sz="1000"/>
              <a:pPr/>
              <a:t>23</a:t>
            </a:fld>
            <a:endParaRPr lang="en-US" altLang="en-US" sz="1000"/>
          </a:p>
        </p:txBody>
      </p:sp>
      <p:sp>
        <p:nvSpPr>
          <p:cNvPr id="19460" name="Rectangle 6"/>
          <p:cNvSpPr>
            <a:spLocks noGrp="1" noChangeArrowheads="1"/>
          </p:cNvSpPr>
          <p:nvPr>
            <p:ph type="hdr" sz="quarter"/>
          </p:nvPr>
        </p:nvSpPr>
        <p:spPr>
          <a:noFill/>
        </p:spPr>
        <p:txBody>
          <a:bodyPr/>
          <a:lstStyle>
            <a:lvl1pPr defTabSz="950913">
              <a:defRPr sz="1200">
                <a:solidFill>
                  <a:schemeClr val="tx1"/>
                </a:solidFill>
                <a:latin typeface="Times New Roman" panose="02020603050405020304" pitchFamily="18" charset="0"/>
              </a:defRPr>
            </a:lvl1pPr>
            <a:lvl2pPr marL="742950" indent="-285750" defTabSz="950913">
              <a:defRPr sz="1200">
                <a:solidFill>
                  <a:schemeClr val="tx1"/>
                </a:solidFill>
                <a:latin typeface="Times New Roman" panose="02020603050405020304" pitchFamily="18" charset="0"/>
              </a:defRPr>
            </a:lvl2pPr>
            <a:lvl3pPr marL="1143000" indent="-228600" defTabSz="950913">
              <a:defRPr sz="1200">
                <a:solidFill>
                  <a:schemeClr val="tx1"/>
                </a:solidFill>
                <a:latin typeface="Times New Roman" panose="02020603050405020304" pitchFamily="18" charset="0"/>
              </a:defRPr>
            </a:lvl3pPr>
            <a:lvl4pPr marL="1600200" indent="-228600" defTabSz="950913">
              <a:defRPr sz="1200">
                <a:solidFill>
                  <a:schemeClr val="tx1"/>
                </a:solidFill>
                <a:latin typeface="Times New Roman" panose="02020603050405020304" pitchFamily="18" charset="0"/>
              </a:defRPr>
            </a:lvl4pPr>
            <a:lvl5pPr marL="2057400" indent="-228600" defTabSz="950913">
              <a:defRPr sz="1200">
                <a:solidFill>
                  <a:schemeClr val="tx1"/>
                </a:solidFill>
                <a:latin typeface="Times New Roman" panose="02020603050405020304" pitchFamily="18" charset="0"/>
              </a:defRPr>
            </a:lvl5pPr>
            <a:lvl6pPr marL="2514600" indent="-228600" defTabSz="950913"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defTabSz="950913"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defTabSz="950913"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defTabSz="950913" eaLnBrk="0" fontAlgn="base" hangingPunct="0">
              <a:spcBef>
                <a:spcPct val="0"/>
              </a:spcBef>
              <a:spcAft>
                <a:spcPct val="0"/>
              </a:spcAft>
              <a:defRPr sz="1200">
                <a:solidFill>
                  <a:schemeClr val="tx1"/>
                </a:solidFill>
                <a:latin typeface="Times New Roman" panose="02020603050405020304" pitchFamily="18" charset="0"/>
              </a:defRPr>
            </a:lvl9pPr>
          </a:lstStyle>
          <a:p>
            <a:r>
              <a:rPr lang="en-US" altLang="en-US" sz="1000"/>
              <a:t>© Pearson Education 2007</a:t>
            </a:r>
          </a:p>
        </p:txBody>
      </p:sp>
      <p:sp>
        <p:nvSpPr>
          <p:cNvPr id="19461" name="Rectangle 7"/>
          <p:cNvSpPr>
            <a:spLocks noGrp="1" noChangeArrowheads="1"/>
          </p:cNvSpPr>
          <p:nvPr>
            <p:ph type="ftr" sz="quarter" idx="4"/>
          </p:nvPr>
        </p:nvSpPr>
        <p:spPr>
          <a:noFill/>
        </p:spPr>
        <p:txBody>
          <a:bodyPr/>
          <a:lstStyle>
            <a:lvl1pPr defTabSz="950913">
              <a:defRPr sz="1200">
                <a:solidFill>
                  <a:schemeClr val="tx1"/>
                </a:solidFill>
                <a:latin typeface="Times New Roman" panose="02020603050405020304" pitchFamily="18" charset="0"/>
              </a:defRPr>
            </a:lvl1pPr>
            <a:lvl2pPr marL="742950" indent="-285750" defTabSz="950913">
              <a:defRPr sz="1200">
                <a:solidFill>
                  <a:schemeClr val="tx1"/>
                </a:solidFill>
                <a:latin typeface="Times New Roman" panose="02020603050405020304" pitchFamily="18" charset="0"/>
              </a:defRPr>
            </a:lvl2pPr>
            <a:lvl3pPr marL="1143000" indent="-228600" defTabSz="950913">
              <a:defRPr sz="1200">
                <a:solidFill>
                  <a:schemeClr val="tx1"/>
                </a:solidFill>
                <a:latin typeface="Times New Roman" panose="02020603050405020304" pitchFamily="18" charset="0"/>
              </a:defRPr>
            </a:lvl3pPr>
            <a:lvl4pPr marL="1600200" indent="-228600" defTabSz="950913">
              <a:defRPr sz="1200">
                <a:solidFill>
                  <a:schemeClr val="tx1"/>
                </a:solidFill>
                <a:latin typeface="Times New Roman" panose="02020603050405020304" pitchFamily="18" charset="0"/>
              </a:defRPr>
            </a:lvl4pPr>
            <a:lvl5pPr marL="2057400" indent="-228600" defTabSz="950913">
              <a:defRPr sz="1200">
                <a:solidFill>
                  <a:schemeClr val="tx1"/>
                </a:solidFill>
                <a:latin typeface="Times New Roman" panose="02020603050405020304" pitchFamily="18" charset="0"/>
              </a:defRPr>
            </a:lvl5pPr>
            <a:lvl6pPr marL="2514600" indent="-228600" defTabSz="950913"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defTabSz="950913"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defTabSz="950913"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defTabSz="950913" eaLnBrk="0" fontAlgn="base" hangingPunct="0">
              <a:spcBef>
                <a:spcPct val="0"/>
              </a:spcBef>
              <a:spcAft>
                <a:spcPct val="0"/>
              </a:spcAft>
              <a:defRPr sz="1200">
                <a:solidFill>
                  <a:schemeClr val="tx1"/>
                </a:solidFill>
                <a:latin typeface="Times New Roman" panose="02020603050405020304" pitchFamily="18" charset="0"/>
              </a:defRPr>
            </a:lvl9pPr>
          </a:lstStyle>
          <a:p>
            <a:r>
              <a:rPr lang="en-US" altLang="en-US" sz="1000"/>
              <a:t>MACIASZEK (2007): Req Analysis &amp; Syst Design</a:t>
            </a:r>
          </a:p>
        </p:txBody>
      </p:sp>
      <p:sp>
        <p:nvSpPr>
          <p:cNvPr id="19462" name="Rectangle 2"/>
          <p:cNvSpPr>
            <a:spLocks noGrp="1" noRot="1" noChangeAspect="1" noChangeArrowheads="1" noTextEdit="1"/>
          </p:cNvSpPr>
          <p:nvPr>
            <p:ph type="sldImg"/>
          </p:nvPr>
        </p:nvSpPr>
        <p:spPr>
          <a:ln/>
        </p:spPr>
      </p:sp>
      <p:sp>
        <p:nvSpPr>
          <p:cNvPr id="19463" name="Rectangle 3"/>
          <p:cNvSpPr>
            <a:spLocks noGrp="1" noChangeArrowheads="1"/>
          </p:cNvSpPr>
          <p:nvPr>
            <p:ph type="body" idx="1"/>
          </p:nvPr>
        </p:nvSpPr>
        <p:spPr>
          <a:noFill/>
        </p:spPr>
        <p:txBody>
          <a:bodyPr/>
          <a:lstStyle/>
          <a:p>
            <a:pPr>
              <a:lnSpc>
                <a:spcPct val="90000"/>
              </a:lnSpc>
            </a:pPr>
            <a:r>
              <a:rPr lang="en-US" altLang="en-US" dirty="0"/>
              <a:t>The process aims at managing and improving collaboration in the development and maintenance team so that a quality product is delivered to the customers and it is properly supported afterwards.</a:t>
            </a:r>
          </a:p>
          <a:p>
            <a:pPr>
              <a:lnSpc>
                <a:spcPct val="90000"/>
              </a:lnSpc>
            </a:pPr>
            <a:endParaRPr lang="en-US" altLang="en-US" dirty="0"/>
          </a:p>
          <a:p>
            <a:pPr>
              <a:lnSpc>
                <a:spcPct val="90000"/>
              </a:lnSpc>
            </a:pPr>
            <a:r>
              <a:rPr lang="en-US" altLang="en-US" dirty="0"/>
              <a:t>Unlike modeling and programming languages, software processes are </a:t>
            </a:r>
            <a:r>
              <a:rPr lang="en-US" altLang="en-US" u="sng" dirty="0"/>
              <a:t>not susceptible to standardization</a:t>
            </a:r>
            <a:r>
              <a:rPr lang="en-US" altLang="en-US" dirty="0"/>
              <a:t>. Each organization has to develop its own process model or customize it from a generic process template, such as the template known as the  </a:t>
            </a:r>
            <a:r>
              <a:rPr lang="en-US" altLang="en-US" i="1" dirty="0"/>
              <a:t>Rational Unified Process</a:t>
            </a:r>
            <a:r>
              <a:rPr lang="en-US" altLang="en-US" dirty="0"/>
              <a:t> (RUP) (</a:t>
            </a:r>
            <a:r>
              <a:rPr lang="en-US" altLang="en-US" dirty="0" err="1"/>
              <a:t>Kruchten</a:t>
            </a:r>
            <a:r>
              <a:rPr lang="en-US" altLang="en-US" dirty="0"/>
              <a:t>, 1999). A software process is an important part of the organization’s overall business process and determines the organization’s unique character and competitive position in the market place.</a:t>
            </a:r>
          </a:p>
          <a:p>
            <a:pPr>
              <a:lnSpc>
                <a:spcPct val="90000"/>
              </a:lnSpc>
            </a:pPr>
            <a:endParaRPr lang="en-US" altLang="en-US" dirty="0"/>
          </a:p>
          <a:p>
            <a:pPr>
              <a:lnSpc>
                <a:spcPct val="90000"/>
              </a:lnSpc>
            </a:pPr>
            <a:r>
              <a:rPr lang="en-US" altLang="en-US" dirty="0"/>
              <a:t>The process adopted by an organization must be aligned with its development culture, social dynamics, developers’ knowledge and skills, managerial practices, customers’ expectations, project sizes, and even kinds of application domains. Because all these factors are subject to change, an organization may need to diversify its process model and create variants of it for each software project. For example, depending on the developers’ familiarity with the modeling methods and tools, special training courses may need to be included in the process.</a:t>
            </a:r>
            <a:endParaRPr lang="en-US" altLang="en-US" i="1" dirty="0"/>
          </a:p>
          <a:p>
            <a:pPr>
              <a:lnSpc>
                <a:spcPct val="90000"/>
              </a:lnSpc>
            </a:pPr>
            <a:r>
              <a:rPr lang="en-US" altLang="en-US" i="1" dirty="0"/>
              <a:t>Project size</a:t>
            </a:r>
            <a:r>
              <a:rPr lang="en-US" altLang="en-US" dirty="0"/>
              <a:t> has probably the greatest influence on the process. In a small project (of ten or so developers), a formal process may not be needed at all. Such a small team is likely to communicate and respond to changes informally. In larger projects, an informal communication network will not suffice and a well-defined process for controlled development is necessary.</a:t>
            </a:r>
          </a:p>
          <a:p>
            <a:pPr>
              <a:lnSpc>
                <a:spcPct val="90000"/>
              </a:lnSpc>
            </a:pP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B1F6CDE-EF42-452B-8E08-A75D68BB673D}"/>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74CC1E69-8DEC-48B7-849C-099D15C1EBD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Palatino" charset="0"/>
                <a:ea typeface="ＭＳ Ｐゴシック" panose="020B0600070205080204" pitchFamily="34" charset="-128"/>
              </a:rPr>
              <a:t>Techniques are well known procedures that you know will produce a result (Algorithms, cookbook recipes are examples of techniques).</a:t>
            </a:r>
          </a:p>
          <a:p>
            <a:endParaRPr lang="en-US" altLang="en-US" dirty="0">
              <a:latin typeface="Palatino" charset="0"/>
              <a:ea typeface="ＭＳ Ｐゴシック" panose="020B0600070205080204" pitchFamily="34" charset="-128"/>
            </a:endParaRPr>
          </a:p>
          <a:p>
            <a:r>
              <a:rPr lang="en-US" altLang="en-US" dirty="0">
                <a:latin typeface="Palatino" charset="0"/>
                <a:ea typeface="ＭＳ Ｐゴシック" panose="020B0600070205080204" pitchFamily="34" charset="-128"/>
              </a:rPr>
              <a:t>Some people use the word “method” instead of technique, but this word is already reserved in our object-oriented development language, so we won’t use it here. </a:t>
            </a:r>
          </a:p>
          <a:p>
            <a:endParaRPr lang="en-US" altLang="en-US" dirty="0">
              <a:latin typeface="Palatino" charset="0"/>
              <a:ea typeface="ＭＳ Ｐゴシック" panose="020B0600070205080204" pitchFamily="34" charset="-128"/>
            </a:endParaRPr>
          </a:p>
          <a:p>
            <a:r>
              <a:rPr lang="en-US" altLang="en-US" dirty="0">
                <a:latin typeface="Palatino" charset="0"/>
                <a:ea typeface="ＭＳ Ｐゴシック" panose="020B0600070205080204" pitchFamily="34" charset="-128"/>
              </a:rPr>
              <a:t>A collection of techniques is called a methodology. (A cookbook is a methodology). </a:t>
            </a:r>
          </a:p>
          <a:p>
            <a:endParaRPr lang="en-US" altLang="en-US" dirty="0">
              <a:latin typeface="Palatino" charset="0"/>
              <a:ea typeface="ＭＳ Ｐゴシック" panose="020B0600070205080204" pitchFamily="34" charset="-128"/>
            </a:endParaRPr>
          </a:p>
          <a:p>
            <a:r>
              <a:rPr lang="en-US" altLang="en-US" dirty="0">
                <a:latin typeface="Palatino" charset="0"/>
                <a:ea typeface="ＭＳ Ｐゴシック" panose="020B0600070205080204" pitchFamily="34" charset="-128"/>
              </a:rPr>
              <a:t>A Tool is an instrument that helps you to accomplish a method. Examples of tools are: Pans, pots and stove. </a:t>
            </a:r>
          </a:p>
          <a:p>
            <a:r>
              <a:rPr lang="en-US" altLang="en-US" dirty="0">
                <a:latin typeface="Palatino" charset="0"/>
                <a:ea typeface="ＭＳ Ｐゴシック" panose="020B0600070205080204" pitchFamily="34" charset="-128"/>
              </a:rPr>
              <a:t>Note that these weapons are not enough to make a really good sauce. That is only possible if you are a good cook. In our case, if you are a good software engineer.  </a:t>
            </a:r>
          </a:p>
          <a:p>
            <a:endParaRPr lang="en-US" altLang="en-US" dirty="0">
              <a:latin typeface="Palatino" charset="0"/>
              <a:ea typeface="ＭＳ Ｐゴシック" panose="020B0600070205080204" pitchFamily="34" charset="-128"/>
            </a:endParaRPr>
          </a:p>
          <a:p>
            <a:r>
              <a:rPr lang="en-US" altLang="en-US" dirty="0">
                <a:latin typeface="Palatino" charset="0"/>
                <a:ea typeface="ＭＳ Ｐゴシック" panose="020B0600070205080204" pitchFamily="34" charset="-128"/>
              </a:rPr>
              <a:t>Techniques, methodologies and tools are the domain of discourse for computer scientists as well. What is the difference?</a:t>
            </a:r>
          </a:p>
        </p:txBody>
      </p:sp>
    </p:spTree>
    <p:extLst>
      <p:ext uri="{BB962C8B-B14F-4D97-AF65-F5344CB8AC3E}">
        <p14:creationId xmlns:p14="http://schemas.microsoft.com/office/powerpoint/2010/main" val="3727864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Get students to identify a few </a:t>
            </a:r>
            <a:r>
              <a:rPr lang="en-AU"/>
              <a:t>software sys</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35</a:t>
            </a:fld>
            <a:endParaRPr lang="en-US"/>
          </a:p>
        </p:txBody>
      </p:sp>
    </p:spTree>
    <p:extLst>
      <p:ext uri="{BB962C8B-B14F-4D97-AF65-F5344CB8AC3E}">
        <p14:creationId xmlns:p14="http://schemas.microsoft.com/office/powerpoint/2010/main" val="4193704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Get students to identify a few software systems for each type.</a:t>
            </a:r>
          </a:p>
        </p:txBody>
      </p:sp>
      <p:sp>
        <p:nvSpPr>
          <p:cNvPr id="4" name="Slide Number Placeholder 3"/>
          <p:cNvSpPr>
            <a:spLocks noGrp="1"/>
          </p:cNvSpPr>
          <p:nvPr>
            <p:ph type="sldNum" sz="quarter" idx="5"/>
          </p:nvPr>
        </p:nvSpPr>
        <p:spPr/>
        <p:txBody>
          <a:bodyPr/>
          <a:lstStyle/>
          <a:p>
            <a:fld id="{CB4F38C2-4548-F541-8261-4C1D96E7A166}" type="slidenum">
              <a:rPr lang="en-US" smtClean="0"/>
              <a:pPr/>
              <a:t>36</a:t>
            </a:fld>
            <a:endParaRPr lang="en-US"/>
          </a:p>
        </p:txBody>
      </p:sp>
    </p:spTree>
    <p:extLst>
      <p:ext uri="{BB962C8B-B14F-4D97-AF65-F5344CB8AC3E}">
        <p14:creationId xmlns:p14="http://schemas.microsoft.com/office/powerpoint/2010/main" val="3016220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Get students to identify a few software systems for each type.</a:t>
            </a:r>
          </a:p>
          <a:p>
            <a:r>
              <a:rPr lang="en-AU" dirty="0"/>
              <a:t>Ask students what application type AI falls into.</a:t>
            </a:r>
          </a:p>
          <a:p>
            <a:pPr marL="171450" indent="-171450">
              <a:buFont typeface="Arial" panose="020B0604020202020204" pitchFamily="34" charset="0"/>
              <a:buChar char="•"/>
            </a:pPr>
            <a:r>
              <a:rPr lang="en-AU" dirty="0"/>
              <a:t>Gen AI and Agents</a:t>
            </a:r>
          </a:p>
          <a:p>
            <a:pPr marL="171450" indent="-171450">
              <a:buFont typeface="Arial" panose="020B0604020202020204" pitchFamily="34" charset="0"/>
              <a:buChar char="•"/>
            </a:pPr>
            <a:r>
              <a:rPr lang="en-AU" dirty="0"/>
              <a:t>Robotics</a:t>
            </a:r>
          </a:p>
          <a:p>
            <a:pPr marL="171450" indent="-171450">
              <a:buFont typeface="Arial" panose="020B0604020202020204" pitchFamily="34" charset="0"/>
              <a:buChar char="•"/>
            </a:pPr>
            <a:r>
              <a:rPr lang="en-AU" dirty="0"/>
              <a:t>Machine Learning</a:t>
            </a:r>
          </a:p>
        </p:txBody>
      </p:sp>
      <p:sp>
        <p:nvSpPr>
          <p:cNvPr id="4" name="Slide Number Placeholder 3"/>
          <p:cNvSpPr>
            <a:spLocks noGrp="1"/>
          </p:cNvSpPr>
          <p:nvPr>
            <p:ph type="sldNum" sz="quarter" idx="5"/>
          </p:nvPr>
        </p:nvSpPr>
        <p:spPr/>
        <p:txBody>
          <a:bodyPr/>
          <a:lstStyle/>
          <a:p>
            <a:fld id="{CB4F38C2-4548-F541-8261-4C1D96E7A166}" type="slidenum">
              <a:rPr lang="en-US" smtClean="0"/>
              <a:pPr/>
              <a:t>37</a:t>
            </a:fld>
            <a:endParaRPr lang="en-US"/>
          </a:p>
        </p:txBody>
      </p:sp>
    </p:spTree>
    <p:extLst>
      <p:ext uri="{BB962C8B-B14F-4D97-AF65-F5344CB8AC3E}">
        <p14:creationId xmlns:p14="http://schemas.microsoft.com/office/powerpoint/2010/main" val="2658892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Last report that I paid for was 2015.</a:t>
            </a:r>
          </a:p>
          <a:p>
            <a:r>
              <a:rPr lang="en-AU" dirty="0"/>
              <a:t>Standish group has been claiming the 70% failure rate for a few decades now.</a:t>
            </a:r>
          </a:p>
        </p:txBody>
      </p:sp>
      <p:sp>
        <p:nvSpPr>
          <p:cNvPr id="4" name="Slide Number Placeholder 3"/>
          <p:cNvSpPr>
            <a:spLocks noGrp="1"/>
          </p:cNvSpPr>
          <p:nvPr>
            <p:ph type="sldNum" sz="quarter" idx="5"/>
          </p:nvPr>
        </p:nvSpPr>
        <p:spPr/>
        <p:txBody>
          <a:bodyPr/>
          <a:lstStyle/>
          <a:p>
            <a:fld id="{CB4F38C2-4548-F541-8261-4C1D96E7A166}" type="slidenum">
              <a:rPr lang="en-US" smtClean="0"/>
              <a:pPr/>
              <a:t>43</a:t>
            </a:fld>
            <a:endParaRPr lang="en-US"/>
          </a:p>
        </p:txBody>
      </p:sp>
    </p:spTree>
    <p:extLst>
      <p:ext uri="{BB962C8B-B14F-4D97-AF65-F5344CB8AC3E}">
        <p14:creationId xmlns:p14="http://schemas.microsoft.com/office/powerpoint/2010/main" val="1652718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Note that the Standish group counts Challenged as “failed” when promoting the Chaos report and their consulting services.</a:t>
            </a:r>
          </a:p>
        </p:txBody>
      </p:sp>
      <p:sp>
        <p:nvSpPr>
          <p:cNvPr id="4" name="Slide Number Placeholder 3"/>
          <p:cNvSpPr>
            <a:spLocks noGrp="1"/>
          </p:cNvSpPr>
          <p:nvPr>
            <p:ph type="sldNum" sz="quarter" idx="5"/>
          </p:nvPr>
        </p:nvSpPr>
        <p:spPr/>
        <p:txBody>
          <a:bodyPr/>
          <a:lstStyle/>
          <a:p>
            <a:fld id="{CB4F38C2-4548-F541-8261-4C1D96E7A166}" type="slidenum">
              <a:rPr lang="en-US" smtClean="0"/>
              <a:pPr/>
              <a:t>44</a:t>
            </a:fld>
            <a:endParaRPr lang="en-US"/>
          </a:p>
        </p:txBody>
      </p:sp>
    </p:spTree>
    <p:extLst>
      <p:ext uri="{BB962C8B-B14F-4D97-AF65-F5344CB8AC3E}">
        <p14:creationId xmlns:p14="http://schemas.microsoft.com/office/powerpoint/2010/main" val="2447727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Qld. Health patch was to deal with WannaCry ransomware threat. Rush to implement and poor testing resulted in error. Patch was on a new system that had only been installed in May 2016.</a:t>
            </a:r>
          </a:p>
          <a:p>
            <a:r>
              <a:rPr lang="en-AU" dirty="0"/>
              <a:t>Cairns Base Hospital worst affected, and had most opposition to adopting new system in 2016. Cairns</a:t>
            </a:r>
            <a:r>
              <a:rPr lang="en-AU" baseline="0" dirty="0"/>
              <a:t> h</a:t>
            </a:r>
            <a:r>
              <a:rPr lang="en-AU" dirty="0"/>
              <a:t>ad to call in all available off-duty medical staff to deal with problems.</a:t>
            </a:r>
          </a:p>
          <a:p>
            <a:r>
              <a:rPr lang="en-AU" dirty="0"/>
              <a:t>PA, Lady Cilento, McKay and Townsville also affected.</a:t>
            </a:r>
          </a:p>
        </p:txBody>
      </p:sp>
      <p:sp>
        <p:nvSpPr>
          <p:cNvPr id="4" name="Slide Number Placeholder 3"/>
          <p:cNvSpPr>
            <a:spLocks noGrp="1"/>
          </p:cNvSpPr>
          <p:nvPr>
            <p:ph type="sldNum" sz="quarter" idx="10"/>
          </p:nvPr>
        </p:nvSpPr>
        <p:spPr/>
        <p:txBody>
          <a:bodyPr/>
          <a:lstStyle/>
          <a:p>
            <a:fld id="{5AAABF5B-BC12-401F-A940-95CB0071091E}" type="slidenum">
              <a:rPr lang="en-AU" smtClean="0"/>
              <a:pPr/>
              <a:t>48</a:t>
            </a:fld>
            <a:endParaRPr lang="en-AU"/>
          </a:p>
        </p:txBody>
      </p:sp>
    </p:spTree>
    <p:extLst>
      <p:ext uri="{BB962C8B-B14F-4D97-AF65-F5344CB8AC3E}">
        <p14:creationId xmlns:p14="http://schemas.microsoft.com/office/powerpoint/2010/main" val="3850413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CMB – Debits recurred multiple times</a:t>
            </a:r>
          </a:p>
        </p:txBody>
      </p:sp>
      <p:sp>
        <p:nvSpPr>
          <p:cNvPr id="4" name="Date Placeholder 3"/>
          <p:cNvSpPr>
            <a:spLocks noGrp="1"/>
          </p:cNvSpPr>
          <p:nvPr>
            <p:ph type="dt" idx="1"/>
          </p:nvPr>
        </p:nvSpPr>
        <p:spPr/>
        <p:txBody>
          <a:bodyPr/>
          <a:lstStyle/>
          <a:p>
            <a:pPr>
              <a:defRPr/>
            </a:pPr>
            <a:r>
              <a:rPr lang="en-US" altLang="en-US"/>
              <a:t>Chapter 1 (RASD 3/e)</a:t>
            </a:r>
          </a:p>
        </p:txBody>
      </p:sp>
      <p:sp>
        <p:nvSpPr>
          <p:cNvPr id="5" name="Slide Number Placeholder 4"/>
          <p:cNvSpPr>
            <a:spLocks noGrp="1"/>
          </p:cNvSpPr>
          <p:nvPr>
            <p:ph type="sldNum" sz="quarter" idx="5"/>
          </p:nvPr>
        </p:nvSpPr>
        <p:spPr/>
        <p:txBody>
          <a:bodyPr/>
          <a:lstStyle/>
          <a:p>
            <a:pPr>
              <a:defRPr/>
            </a:pPr>
            <a:fld id="{5EE318C8-F42E-4A44-AFD3-BE33F9028D0B}" type="slidenum">
              <a:rPr lang="en-US" altLang="en-US" smtClean="0"/>
              <a:pPr>
                <a:defRPr/>
              </a:pPr>
              <a:t>49</a:t>
            </a:fld>
            <a:endParaRPr lang="en-US" altLang="en-US"/>
          </a:p>
        </p:txBody>
      </p:sp>
      <p:sp>
        <p:nvSpPr>
          <p:cNvPr id="6" name="Header Placeholder 5"/>
          <p:cNvSpPr>
            <a:spLocks noGrp="1"/>
          </p:cNvSpPr>
          <p:nvPr>
            <p:ph type="hdr" sz="quarter"/>
          </p:nvPr>
        </p:nvSpPr>
        <p:spPr/>
        <p:txBody>
          <a:bodyPr/>
          <a:lstStyle/>
          <a:p>
            <a:pPr>
              <a:defRPr/>
            </a:pPr>
            <a:r>
              <a:rPr lang="en-US" altLang="en-US"/>
              <a:t>© Pearson Education 2007</a:t>
            </a:r>
          </a:p>
        </p:txBody>
      </p:sp>
      <p:sp>
        <p:nvSpPr>
          <p:cNvPr id="7" name="Footer Placeholder 6"/>
          <p:cNvSpPr>
            <a:spLocks noGrp="1"/>
          </p:cNvSpPr>
          <p:nvPr>
            <p:ph type="ftr" sz="quarter" idx="4"/>
          </p:nvPr>
        </p:nvSpPr>
        <p:spPr/>
        <p:txBody>
          <a:bodyPr/>
          <a:lstStyle/>
          <a:p>
            <a:pPr>
              <a:defRPr/>
            </a:pPr>
            <a:r>
              <a:rPr lang="en-US" altLang="en-US"/>
              <a:t>MACIASZEK (2007): Req Analysis &amp; Syst Design</a:t>
            </a:r>
          </a:p>
        </p:txBody>
      </p:sp>
    </p:spTree>
    <p:extLst>
      <p:ext uri="{BB962C8B-B14F-4D97-AF65-F5344CB8AC3E}">
        <p14:creationId xmlns:p14="http://schemas.microsoft.com/office/powerpoint/2010/main" val="2369759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http://www.healthpayrollinquiry.qld.gov.au/</a:t>
            </a:r>
          </a:p>
          <a:p>
            <a:r>
              <a:rPr lang="en-AU" dirty="0"/>
              <a:t>http://www.parliament.qld.gov.au/Documents/TableOffice/TabledPapers/2010/5310T2081.pdf</a:t>
            </a:r>
          </a:p>
          <a:p>
            <a:r>
              <a:rPr lang="en-AU" dirty="0"/>
              <a:t>http://www.computerworld.com.au/article/393394/shared_services_learning_lessons_from_queensland_wa/</a:t>
            </a:r>
          </a:p>
          <a:p>
            <a:r>
              <a:rPr lang="en-AU" dirty="0"/>
              <a:t>http://payrollnews.com.au/AnnouncementRetrieve.aspx?ID=52706</a:t>
            </a:r>
          </a:p>
          <a:p>
            <a:r>
              <a:rPr lang="en-AU" dirty="0"/>
              <a:t>http://www.couriermail.com.au/news/queensland/queensland-health-payroll-will-cost-up-to-220-million-to-fix-acting-director-general-admits/story-e6freoof-1226094095536</a:t>
            </a:r>
          </a:p>
          <a:p>
            <a:r>
              <a:rPr lang="en-AU" dirty="0"/>
              <a:t>http://www.couriermail.com.au/news/queensland/health-pay-bungle-bill-soars/story-e6freoof-1226178920932</a:t>
            </a:r>
          </a:p>
          <a:p>
            <a:r>
              <a:rPr lang="en-AU" dirty="0"/>
              <a:t>http://news.smh.com.au/breaking-news-national/qld-wont-chase-qh-payroll-overpayments-20110710-1h8h7.html</a:t>
            </a:r>
          </a:p>
          <a:p>
            <a:r>
              <a:rPr lang="en-AU" dirty="0"/>
              <a:t>http://www.brisbanetimes.com.au/queensland/lnp-demands-health-payroll-paper-trail-20120508-1yahx.html</a:t>
            </a:r>
          </a:p>
          <a:p>
            <a:r>
              <a:rPr lang="en-AU" dirty="0"/>
              <a:t>http://www.theaustralian.com.au/national-affairs/state-politics/queensland-health-payroll-at-point-of-critical-vulnerability/story-e6frgczx-1226599862679</a:t>
            </a:r>
          </a:p>
          <a:p>
            <a:r>
              <a:rPr lang="en-AU" dirty="0"/>
              <a:t>http://www.smh.com.au/it-pro/government-it/former-ibm-top-man-showed-no-bias-inquiry-20130321-2ggyq.html</a:t>
            </a:r>
          </a:p>
        </p:txBody>
      </p:sp>
      <p:sp>
        <p:nvSpPr>
          <p:cNvPr id="4" name="Slide Number Placeholder 3"/>
          <p:cNvSpPr>
            <a:spLocks noGrp="1"/>
          </p:cNvSpPr>
          <p:nvPr>
            <p:ph type="sldNum" sz="quarter" idx="5"/>
          </p:nvPr>
        </p:nvSpPr>
        <p:spPr/>
        <p:txBody>
          <a:bodyPr/>
          <a:lstStyle/>
          <a:p>
            <a:fld id="{CB4F38C2-4548-F541-8261-4C1D96E7A166}" type="slidenum">
              <a:rPr lang="en-US" smtClean="0"/>
              <a:pPr/>
              <a:t>54</a:t>
            </a:fld>
            <a:endParaRPr lang="en-US"/>
          </a:p>
        </p:txBody>
      </p:sp>
    </p:spTree>
    <p:extLst>
      <p:ext uri="{BB962C8B-B14F-4D97-AF65-F5344CB8AC3E}">
        <p14:creationId xmlns:p14="http://schemas.microsoft.com/office/powerpoint/2010/main" val="3166845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Comment on how software can degrade over time, and the impact this may have on project failures.</a:t>
            </a:r>
          </a:p>
          <a:p>
            <a:pPr marL="171450" indent="-171450">
              <a:buFont typeface="Arial" panose="020B0604020202020204" pitchFamily="34" charset="0"/>
              <a:buChar char="•"/>
            </a:pPr>
            <a:r>
              <a:rPr lang="en-AU" dirty="0"/>
              <a:t>Many projects are built on top of existing software and infrastructure.</a:t>
            </a:r>
          </a:p>
          <a:p>
            <a:r>
              <a:rPr lang="en-AU" dirty="0"/>
              <a:t>Need for careful refactoring before adding new features.</a:t>
            </a:r>
          </a:p>
        </p:txBody>
      </p:sp>
      <p:sp>
        <p:nvSpPr>
          <p:cNvPr id="4" name="Slide Number Placeholder 3"/>
          <p:cNvSpPr>
            <a:spLocks noGrp="1"/>
          </p:cNvSpPr>
          <p:nvPr>
            <p:ph type="sldNum" sz="quarter" idx="5"/>
          </p:nvPr>
        </p:nvSpPr>
        <p:spPr/>
        <p:txBody>
          <a:bodyPr/>
          <a:lstStyle/>
          <a:p>
            <a:fld id="{CB4F38C2-4548-F541-8261-4C1D96E7A166}" type="slidenum">
              <a:rPr lang="en-US" smtClean="0"/>
              <a:pPr/>
              <a:t>58</a:t>
            </a:fld>
            <a:endParaRPr lang="en-US"/>
          </a:p>
        </p:txBody>
      </p:sp>
    </p:spTree>
    <p:extLst>
      <p:ext uri="{BB962C8B-B14F-4D97-AF65-F5344CB8AC3E}">
        <p14:creationId xmlns:p14="http://schemas.microsoft.com/office/powerpoint/2010/main" val="2783277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Ask students to nominate some suggestions as to why projects fail.</a:t>
            </a:r>
          </a:p>
          <a:p>
            <a:r>
              <a:rPr lang="en-AU" dirty="0"/>
              <a:t>Introduce idea of software processes and project management as research fields.</a:t>
            </a:r>
          </a:p>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Software development problems are so common that there is a book about the classic mistakes that people keep making.</a:t>
            </a:r>
          </a:p>
        </p:txBody>
      </p:sp>
      <p:sp>
        <p:nvSpPr>
          <p:cNvPr id="4" name="Slide Number Placeholder 3"/>
          <p:cNvSpPr>
            <a:spLocks noGrp="1"/>
          </p:cNvSpPr>
          <p:nvPr>
            <p:ph type="sldNum" sz="quarter" idx="5"/>
          </p:nvPr>
        </p:nvSpPr>
        <p:spPr/>
        <p:txBody>
          <a:bodyPr/>
          <a:lstStyle/>
          <a:p>
            <a:fld id="{CB4F38C2-4548-F541-8261-4C1D96E7A166}" type="slidenum">
              <a:rPr lang="en-US" smtClean="0"/>
              <a:pPr/>
              <a:t>59</a:t>
            </a:fld>
            <a:endParaRPr lang="en-US"/>
          </a:p>
        </p:txBody>
      </p:sp>
    </p:spTree>
    <p:extLst>
      <p:ext uri="{BB962C8B-B14F-4D97-AF65-F5344CB8AC3E}">
        <p14:creationId xmlns:p14="http://schemas.microsoft.com/office/powerpoint/2010/main" val="2363112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60</a:t>
            </a:fld>
            <a:endParaRPr lang="en-US"/>
          </a:p>
        </p:txBody>
      </p:sp>
    </p:spTree>
    <p:extLst>
      <p:ext uri="{BB962C8B-B14F-4D97-AF65-F5344CB8AC3E}">
        <p14:creationId xmlns:p14="http://schemas.microsoft.com/office/powerpoint/2010/main" val="4140602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61</a:t>
            </a:fld>
            <a:endParaRPr lang="en-US"/>
          </a:p>
        </p:txBody>
      </p:sp>
    </p:spTree>
    <p:extLst>
      <p:ext uri="{BB962C8B-B14F-4D97-AF65-F5344CB8AC3E}">
        <p14:creationId xmlns:p14="http://schemas.microsoft.com/office/powerpoint/2010/main" val="2278329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62</a:t>
            </a:fld>
            <a:endParaRPr lang="en-US"/>
          </a:p>
        </p:txBody>
      </p:sp>
    </p:spTree>
    <p:extLst>
      <p:ext uri="{BB962C8B-B14F-4D97-AF65-F5344CB8AC3E}">
        <p14:creationId xmlns:p14="http://schemas.microsoft.com/office/powerpoint/2010/main" val="3210987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63</a:t>
            </a:fld>
            <a:endParaRPr lang="en-US"/>
          </a:p>
        </p:txBody>
      </p:sp>
    </p:spTree>
    <p:extLst>
      <p:ext uri="{BB962C8B-B14F-4D97-AF65-F5344CB8AC3E}">
        <p14:creationId xmlns:p14="http://schemas.microsoft.com/office/powerpoint/2010/main" val="1237612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64</a:t>
            </a:fld>
            <a:endParaRPr lang="en-US"/>
          </a:p>
        </p:txBody>
      </p:sp>
    </p:spTree>
    <p:extLst>
      <p:ext uri="{BB962C8B-B14F-4D97-AF65-F5344CB8AC3E}">
        <p14:creationId xmlns:p14="http://schemas.microsoft.com/office/powerpoint/2010/main" val="3037632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65</a:t>
            </a:fld>
            <a:endParaRPr lang="en-US"/>
          </a:p>
        </p:txBody>
      </p:sp>
    </p:spTree>
    <p:extLst>
      <p:ext uri="{BB962C8B-B14F-4D97-AF65-F5344CB8AC3E}">
        <p14:creationId xmlns:p14="http://schemas.microsoft.com/office/powerpoint/2010/main" val="1204915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66</a:t>
            </a:fld>
            <a:endParaRPr lang="en-US"/>
          </a:p>
        </p:txBody>
      </p:sp>
    </p:spTree>
    <p:extLst>
      <p:ext uri="{BB962C8B-B14F-4D97-AF65-F5344CB8AC3E}">
        <p14:creationId xmlns:p14="http://schemas.microsoft.com/office/powerpoint/2010/main" val="14369035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Most problematic mistakes.</a:t>
            </a:r>
          </a:p>
          <a:p>
            <a:r>
              <a:rPr lang="en-AU" sz="1200" b="0" i="1" u="none" strike="noStrike" kern="1200" baseline="0" dirty="0">
                <a:solidFill>
                  <a:schemeClr val="tx1"/>
                </a:solidFill>
                <a:latin typeface="+mn-lt"/>
                <a:ea typeface="+mn-ea"/>
                <a:cs typeface="+mn-cs"/>
              </a:rPr>
              <a:t>MEI</a:t>
            </a:r>
            <a:r>
              <a:rPr lang="en-AU" sz="1200" b="0" i="0" u="none" strike="noStrike" kern="1200" baseline="0" dirty="0">
                <a:solidFill>
                  <a:schemeClr val="tx1"/>
                </a:solidFill>
                <a:latin typeface="+mn-lt"/>
                <a:ea typeface="+mn-ea"/>
                <a:cs typeface="+mn-cs"/>
              </a:rPr>
              <a:t> is the approximate average frequency of each Classic Mistake multiplied by its average severity.</a:t>
            </a:r>
          </a:p>
          <a:p>
            <a:r>
              <a:rPr lang="en-AU" sz="1200" b="0" i="0" u="none" strike="noStrike" kern="1200" baseline="0" dirty="0">
                <a:solidFill>
                  <a:schemeClr val="tx1"/>
                </a:solidFill>
                <a:latin typeface="+mn-lt"/>
                <a:ea typeface="+mn-ea"/>
                <a:cs typeface="+mn-cs"/>
              </a:rPr>
              <a:t>This ranges from 0 to 10, with 0 being the lowest exposure and 10 being the highest.</a:t>
            </a:r>
          </a:p>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From </a:t>
            </a:r>
            <a:r>
              <a:rPr lang="en-AU" dirty="0">
                <a:hlinkClick r:id="rId3"/>
              </a:rPr>
              <a:t>http://www.construx.com/uploadedfiles/resources/whitepapers/Software Development%E2%80%99s Classic Mistakes.pdf</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67</a:t>
            </a:fld>
            <a:endParaRPr lang="en-US"/>
          </a:p>
        </p:txBody>
      </p:sp>
    </p:spTree>
    <p:extLst>
      <p:ext uri="{BB962C8B-B14F-4D97-AF65-F5344CB8AC3E}">
        <p14:creationId xmlns:p14="http://schemas.microsoft.com/office/powerpoint/2010/main" val="18491464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Get students to discuss this question in groups of 3 or 4.</a:t>
            </a:r>
          </a:p>
          <a:p>
            <a:pPr marL="171450" indent="-171450">
              <a:buFont typeface="Arial" panose="020B0604020202020204" pitchFamily="34" charset="0"/>
              <a:buChar char="•"/>
            </a:pPr>
            <a:r>
              <a:rPr lang="en-AU" dirty="0"/>
              <a:t>Give them about 10 minutes.</a:t>
            </a:r>
          </a:p>
          <a:p>
            <a:r>
              <a:rPr lang="en-AU" dirty="0"/>
              <a:t>Have each group report back their ideas.</a:t>
            </a:r>
          </a:p>
          <a:p>
            <a:r>
              <a:rPr lang="en-AU" dirty="0"/>
              <a:t>Get them to pause and reflect on how many of these “classic” mistakes have they done in their assignments.</a:t>
            </a:r>
          </a:p>
        </p:txBody>
      </p:sp>
      <p:sp>
        <p:nvSpPr>
          <p:cNvPr id="4" name="Slide Number Placeholder 3"/>
          <p:cNvSpPr>
            <a:spLocks noGrp="1"/>
          </p:cNvSpPr>
          <p:nvPr>
            <p:ph type="sldNum" sz="quarter" idx="5"/>
          </p:nvPr>
        </p:nvSpPr>
        <p:spPr/>
        <p:txBody>
          <a:bodyPr/>
          <a:lstStyle/>
          <a:p>
            <a:fld id="{CB4F38C2-4548-F541-8261-4C1D96E7A166}" type="slidenum">
              <a:rPr lang="en-US" smtClean="0"/>
              <a:pPr/>
              <a:t>68</a:t>
            </a:fld>
            <a:endParaRPr lang="en-US"/>
          </a:p>
        </p:txBody>
      </p:sp>
    </p:spTree>
    <p:extLst>
      <p:ext uri="{BB962C8B-B14F-4D97-AF65-F5344CB8AC3E}">
        <p14:creationId xmlns:p14="http://schemas.microsoft.com/office/powerpoint/2010/main" val="3441948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2AB2-62CB-521E-DA79-15979195E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917BA-E461-2BE2-DF84-EF2DDC9CA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3E465-4424-EC0B-D988-EF7D964F45F4}"/>
              </a:ext>
            </a:extLst>
          </p:cNvPr>
          <p:cNvSpPr>
            <a:spLocks noGrp="1"/>
          </p:cNvSpPr>
          <p:nvPr>
            <p:ph type="body" idx="1"/>
          </p:nvPr>
        </p:nvSpPr>
        <p:spPr/>
        <p:txBody>
          <a:bodyPr/>
          <a:lstStyle/>
          <a:p>
            <a:r>
              <a:rPr lang="en-AU" dirty="0"/>
              <a:t>1996 Version of Classic Mistakes.</a:t>
            </a:r>
          </a:p>
        </p:txBody>
      </p:sp>
      <p:sp>
        <p:nvSpPr>
          <p:cNvPr id="4" name="Slide Number Placeholder 3">
            <a:extLst>
              <a:ext uri="{FF2B5EF4-FFF2-40B4-BE49-F238E27FC236}">
                <a16:creationId xmlns:a16="http://schemas.microsoft.com/office/drawing/2014/main" id="{2258BE6A-C774-8D38-B812-A4ADF4FF4CF3}"/>
              </a:ext>
            </a:extLst>
          </p:cNvPr>
          <p:cNvSpPr>
            <a:spLocks noGrp="1"/>
          </p:cNvSpPr>
          <p:nvPr>
            <p:ph type="sldNum" sz="quarter" idx="5"/>
          </p:nvPr>
        </p:nvSpPr>
        <p:spPr/>
        <p:txBody>
          <a:bodyPr/>
          <a:lstStyle/>
          <a:p>
            <a:fld id="{CB4F38C2-4548-F541-8261-4C1D96E7A166}" type="slidenum">
              <a:rPr lang="en-US" smtClean="0"/>
              <a:pPr/>
              <a:t>69</a:t>
            </a:fld>
            <a:endParaRPr lang="en-US"/>
          </a:p>
        </p:txBody>
      </p:sp>
    </p:spTree>
    <p:extLst>
      <p:ext uri="{BB962C8B-B14F-4D97-AF65-F5344CB8AC3E}">
        <p14:creationId xmlns:p14="http://schemas.microsoft.com/office/powerpoint/2010/main" val="1507083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1996 Version of Classic Mistakes.</a:t>
            </a:r>
          </a:p>
        </p:txBody>
      </p:sp>
      <p:sp>
        <p:nvSpPr>
          <p:cNvPr id="4" name="Slide Number Placeholder 3"/>
          <p:cNvSpPr>
            <a:spLocks noGrp="1"/>
          </p:cNvSpPr>
          <p:nvPr>
            <p:ph type="sldNum" sz="quarter" idx="5"/>
          </p:nvPr>
        </p:nvSpPr>
        <p:spPr/>
        <p:txBody>
          <a:bodyPr/>
          <a:lstStyle/>
          <a:p>
            <a:fld id="{CB4F38C2-4548-F541-8261-4C1D96E7A166}" type="slidenum">
              <a:rPr lang="en-US" smtClean="0"/>
              <a:pPr/>
              <a:t>70</a:t>
            </a:fld>
            <a:endParaRPr lang="en-US"/>
          </a:p>
        </p:txBody>
      </p:sp>
    </p:spTree>
    <p:extLst>
      <p:ext uri="{BB962C8B-B14F-4D97-AF65-F5344CB8AC3E}">
        <p14:creationId xmlns:p14="http://schemas.microsoft.com/office/powerpoint/2010/main" val="2673258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Get them to think about the implications of these numbers.</a:t>
            </a:r>
          </a:p>
        </p:txBody>
      </p:sp>
      <p:sp>
        <p:nvSpPr>
          <p:cNvPr id="4" name="Slide Number Placeholder 3"/>
          <p:cNvSpPr>
            <a:spLocks noGrp="1"/>
          </p:cNvSpPr>
          <p:nvPr>
            <p:ph type="sldNum" sz="quarter" idx="5"/>
          </p:nvPr>
        </p:nvSpPr>
        <p:spPr/>
        <p:txBody>
          <a:bodyPr/>
          <a:lstStyle/>
          <a:p>
            <a:fld id="{CB4F38C2-4548-F541-8261-4C1D96E7A166}" type="slidenum">
              <a:rPr lang="en-US" smtClean="0"/>
              <a:pPr/>
              <a:t>72</a:t>
            </a:fld>
            <a:endParaRPr lang="en-US"/>
          </a:p>
        </p:txBody>
      </p:sp>
    </p:spTree>
    <p:extLst>
      <p:ext uri="{BB962C8B-B14F-4D97-AF65-F5344CB8AC3E}">
        <p14:creationId xmlns:p14="http://schemas.microsoft.com/office/powerpoint/2010/main" val="17716214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Traditional and Ad Hoc had similar success rates on the previous slide.</a:t>
            </a:r>
          </a:p>
          <a:p>
            <a:r>
              <a:rPr lang="en-AU" dirty="0"/>
              <a:t>Get students to suggest reasons for the difference seen on this slide.</a:t>
            </a:r>
          </a:p>
        </p:txBody>
      </p:sp>
      <p:sp>
        <p:nvSpPr>
          <p:cNvPr id="4" name="Slide Number Placeholder 3"/>
          <p:cNvSpPr>
            <a:spLocks noGrp="1"/>
          </p:cNvSpPr>
          <p:nvPr>
            <p:ph type="sldNum" sz="quarter" idx="5"/>
          </p:nvPr>
        </p:nvSpPr>
        <p:spPr/>
        <p:txBody>
          <a:bodyPr/>
          <a:lstStyle/>
          <a:p>
            <a:fld id="{CB4F38C2-4548-F541-8261-4C1D96E7A166}" type="slidenum">
              <a:rPr lang="en-US" smtClean="0"/>
              <a:pPr/>
              <a:t>73</a:t>
            </a:fld>
            <a:endParaRPr lang="en-US"/>
          </a:p>
        </p:txBody>
      </p:sp>
    </p:spTree>
    <p:extLst>
      <p:ext uri="{BB962C8B-B14F-4D97-AF65-F5344CB8AC3E}">
        <p14:creationId xmlns:p14="http://schemas.microsoft.com/office/powerpoint/2010/main" val="895425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Get them to think about the first point for a couple of minutes.</a:t>
            </a:r>
          </a:p>
          <a:p>
            <a:r>
              <a:rPr lang="en-AU" dirty="0"/>
              <a:t>Then show them point 2 and ask them to list out all of </a:t>
            </a:r>
            <a:r>
              <a:rPr lang="en-AU" dirty="0" err="1"/>
              <a:t>Amap’s</a:t>
            </a:r>
            <a:r>
              <a:rPr lang="en-AU" dirty="0"/>
              <a:t> features.</a:t>
            </a:r>
          </a:p>
          <a:p>
            <a:pPr marL="171450" indent="-171450">
              <a:buFont typeface="Arial" panose="020B0604020202020204" pitchFamily="34" charset="0"/>
              <a:buChar char="•"/>
            </a:pPr>
            <a:r>
              <a:rPr lang="en-AU" dirty="0"/>
              <a:t>Doesn’t really matter if they get them all, just that they build a good-sized list.</a:t>
            </a:r>
          </a:p>
          <a:p>
            <a:pPr marL="0" indent="0">
              <a:buFont typeface="Arial" panose="020B0604020202020204" pitchFamily="34" charset="0"/>
              <a:buNone/>
            </a:pPr>
            <a:r>
              <a:rPr lang="en-AU" dirty="0"/>
              <a:t>Hint that they want at least one team per feature.</a:t>
            </a:r>
          </a:p>
          <a:p>
            <a:pPr marL="171450" indent="-171450">
              <a:buFont typeface="Arial" panose="020B0604020202020204" pitchFamily="34" charset="0"/>
              <a:buChar char="•"/>
            </a:pPr>
            <a:r>
              <a:rPr lang="en-AU" dirty="0"/>
              <a:t>Big features may need more than one team.</a:t>
            </a:r>
          </a:p>
          <a:p>
            <a:pPr marL="171450" indent="-171450">
              <a:buFont typeface="Arial" panose="020B0604020202020204" pitchFamily="34" charset="0"/>
              <a:buChar char="•"/>
            </a:pPr>
            <a:r>
              <a:rPr lang="en-AU" dirty="0"/>
              <a:t>Any sophisticated external service will need a team to integrate it, but at least they don’t have to build it.</a:t>
            </a:r>
          </a:p>
          <a:p>
            <a:pPr marL="0" indent="0">
              <a:buFont typeface="Arial" panose="020B0604020202020204" pitchFamily="34" charset="0"/>
              <a:buNone/>
            </a:pPr>
            <a:r>
              <a:rPr lang="en-AU" dirty="0"/>
              <a:t>Some numbers</a:t>
            </a:r>
          </a:p>
          <a:p>
            <a:pPr marL="171450" indent="-171450">
              <a:buFont typeface="Arial" panose="020B0604020202020204" pitchFamily="34" charset="0"/>
              <a:buChar char="•"/>
            </a:pPr>
            <a:r>
              <a:rPr lang="en-AU" dirty="0"/>
              <a:t>2020: 100 front-end developers</a:t>
            </a:r>
          </a:p>
          <a:p>
            <a:pPr marL="171450" indent="-171450">
              <a:buFont typeface="Arial" panose="020B0604020202020204" pitchFamily="34" charset="0"/>
              <a:buChar char="•"/>
            </a:pPr>
            <a:r>
              <a:rPr lang="en-AU" dirty="0"/>
              <a:t>Alibaba: 25,000 engineers</a:t>
            </a:r>
          </a:p>
          <a:p>
            <a:pPr marL="0" indent="0">
              <a:buFont typeface="Arial" panose="020B0604020202020204" pitchFamily="34" charset="0"/>
              <a:buNone/>
            </a:pPr>
            <a:r>
              <a:rPr lang="en-AU" dirty="0"/>
              <a:t>Side note:</a:t>
            </a:r>
          </a:p>
          <a:p>
            <a:pPr marL="171450" indent="-171450">
              <a:buFont typeface="Arial" panose="020B0604020202020204" pitchFamily="34" charset="0"/>
              <a:buChar char="•"/>
            </a:pPr>
            <a:r>
              <a:rPr lang="en-AU" dirty="0"/>
              <a:t>UQ team built an AI-powered English overlay for </a:t>
            </a:r>
            <a:r>
              <a:rPr lang="en-AU" dirty="0" err="1"/>
              <a:t>Amap</a:t>
            </a:r>
            <a:r>
              <a:rPr lang="en-AU" dirty="0"/>
              <a:t>, 3 weeks before </a:t>
            </a:r>
            <a:r>
              <a:rPr lang="en-AU" dirty="0" err="1"/>
              <a:t>Amap</a:t>
            </a:r>
            <a:r>
              <a:rPr lang="en-AU" dirty="0"/>
              <a:t> released its English interface.</a:t>
            </a:r>
          </a:p>
        </p:txBody>
      </p:sp>
      <p:sp>
        <p:nvSpPr>
          <p:cNvPr id="4" name="Slide Number Placeholder 3"/>
          <p:cNvSpPr>
            <a:spLocks noGrp="1"/>
          </p:cNvSpPr>
          <p:nvPr>
            <p:ph type="sldNum" sz="quarter" idx="5"/>
          </p:nvPr>
        </p:nvSpPr>
        <p:spPr/>
        <p:txBody>
          <a:bodyPr/>
          <a:lstStyle/>
          <a:p>
            <a:fld id="{CB4F38C2-4548-F541-8261-4C1D96E7A166}" type="slidenum">
              <a:rPr lang="en-US" smtClean="0"/>
              <a:pPr/>
              <a:t>75</a:t>
            </a:fld>
            <a:endParaRPr lang="en-US"/>
          </a:p>
        </p:txBody>
      </p:sp>
    </p:spTree>
    <p:extLst>
      <p:ext uri="{BB962C8B-B14F-4D97-AF65-F5344CB8AC3E}">
        <p14:creationId xmlns:p14="http://schemas.microsoft.com/office/powerpoint/2010/main" val="8070370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Get students to discuss each dilemma and consider how they might respond.</a:t>
            </a:r>
          </a:p>
          <a:p>
            <a:r>
              <a:rPr lang="en-AU" dirty="0"/>
              <a:t>Get them to explain why their initial response is, or is not, ethically appropriate.</a:t>
            </a:r>
          </a:p>
          <a:p>
            <a:r>
              <a:rPr lang="en-AU" dirty="0"/>
              <a:t>Spend about 10 minutes per dilemma.</a:t>
            </a:r>
          </a:p>
        </p:txBody>
      </p:sp>
      <p:sp>
        <p:nvSpPr>
          <p:cNvPr id="4" name="Slide Number Placeholder 3"/>
          <p:cNvSpPr>
            <a:spLocks noGrp="1"/>
          </p:cNvSpPr>
          <p:nvPr>
            <p:ph type="sldNum" sz="quarter" idx="5"/>
          </p:nvPr>
        </p:nvSpPr>
        <p:spPr/>
        <p:txBody>
          <a:bodyPr/>
          <a:lstStyle/>
          <a:p>
            <a:fld id="{CB4F38C2-4548-F541-8261-4C1D96E7A166}" type="slidenum">
              <a:rPr lang="en-US" smtClean="0"/>
              <a:pPr/>
              <a:t>84</a:t>
            </a:fld>
            <a:endParaRPr lang="en-US"/>
          </a:p>
        </p:txBody>
      </p:sp>
    </p:spTree>
    <p:extLst>
      <p:ext uri="{BB962C8B-B14F-4D97-AF65-F5344CB8AC3E}">
        <p14:creationId xmlns:p14="http://schemas.microsoft.com/office/powerpoint/2010/main" val="25684324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Treat this as a fuller case study to go into more depth.</a:t>
            </a:r>
          </a:p>
          <a:p>
            <a:r>
              <a:rPr lang="en-AU" dirty="0"/>
              <a:t>See Case Study 3 in the Resources Directory for </a:t>
            </a:r>
            <a:r>
              <a:rPr lang="en-AU"/>
              <a:t>more detail.</a:t>
            </a:r>
            <a:endParaRPr lang="en-AU" dirty="0"/>
          </a:p>
        </p:txBody>
      </p:sp>
      <p:sp>
        <p:nvSpPr>
          <p:cNvPr id="4" name="Slide Number Placeholder 3"/>
          <p:cNvSpPr>
            <a:spLocks noGrp="1"/>
          </p:cNvSpPr>
          <p:nvPr>
            <p:ph type="sldNum" sz="quarter" idx="5"/>
          </p:nvPr>
        </p:nvSpPr>
        <p:spPr/>
        <p:txBody>
          <a:bodyPr/>
          <a:lstStyle/>
          <a:p>
            <a:fld id="{CB4F38C2-4548-F541-8261-4C1D96E7A166}" type="slidenum">
              <a:rPr lang="en-US" smtClean="0"/>
              <a:pPr/>
              <a:t>85</a:t>
            </a:fld>
            <a:endParaRPr lang="en-US"/>
          </a:p>
        </p:txBody>
      </p:sp>
    </p:spTree>
    <p:extLst>
      <p:ext uri="{BB962C8B-B14F-4D97-AF65-F5344CB8AC3E}">
        <p14:creationId xmlns:p14="http://schemas.microsoft.com/office/powerpoint/2010/main" val="38408712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Get students to debate the different options and justify why some are or are not ethical.</a:t>
            </a:r>
          </a:p>
        </p:txBody>
      </p:sp>
      <p:sp>
        <p:nvSpPr>
          <p:cNvPr id="4" name="Slide Number Placeholder 3"/>
          <p:cNvSpPr>
            <a:spLocks noGrp="1"/>
          </p:cNvSpPr>
          <p:nvPr>
            <p:ph type="sldNum" sz="quarter" idx="5"/>
          </p:nvPr>
        </p:nvSpPr>
        <p:spPr/>
        <p:txBody>
          <a:bodyPr/>
          <a:lstStyle/>
          <a:p>
            <a:fld id="{CB4F38C2-4548-F541-8261-4C1D96E7A166}" type="slidenum">
              <a:rPr lang="en-US" smtClean="0"/>
              <a:pPr/>
              <a:t>87</a:t>
            </a:fld>
            <a:endParaRPr lang="en-US"/>
          </a:p>
        </p:txBody>
      </p:sp>
    </p:spTree>
    <p:extLst>
      <p:ext uri="{BB962C8B-B14F-4D97-AF65-F5344CB8AC3E}">
        <p14:creationId xmlns:p14="http://schemas.microsoft.com/office/powerpoint/2010/main" val="2583740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dirty="0"/>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www.construx.com/uploadedfiles/resources/whitepapers/Software%20Development%E2%80%99s%20Classic%20Mistakes.pdf" TargetMode="External"/><Relationship Id="rId4" Type="http://schemas.openxmlformats.org/officeDocument/2006/relationships/hyperlink" Target="https://stevemcconnell.com/articles/classic-mistakes/"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baike.baidu.com/en/item/WeChat%20Development%20Team/2579698"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a:xfrm>
            <a:off x="685800" y="-3175"/>
            <a:ext cx="7772400" cy="1470025"/>
          </a:xfrm>
        </p:spPr>
        <p:txBody>
          <a:bodyPr/>
          <a:lstStyle/>
          <a:p>
            <a:pPr algn="ctr" eaLnBrk="1" hangingPunct="1"/>
            <a:r>
              <a:rPr lang="en-US" sz="4000" dirty="0"/>
              <a:t>Software Engineering</a:t>
            </a:r>
          </a:p>
        </p:txBody>
      </p:sp>
      <p:sp>
        <p:nvSpPr>
          <p:cNvPr id="3" name="Subtitle 2"/>
          <p:cNvSpPr>
            <a:spLocks noGrp="1"/>
          </p:cNvSpPr>
          <p:nvPr>
            <p:ph type="subTitle" idx="1"/>
          </p:nvPr>
        </p:nvSpPr>
        <p:spPr>
          <a:xfrm>
            <a:off x="1371600" y="2428875"/>
            <a:ext cx="6400800" cy="1752600"/>
          </a:xfrm>
        </p:spPr>
        <p:txBody>
          <a:bodyPr/>
          <a:lstStyle/>
          <a:p>
            <a:pPr eaLnBrk="1" fontAlgn="auto" hangingPunct="1">
              <a:spcAft>
                <a:spcPts val="0"/>
              </a:spcAft>
              <a:buFont typeface="Arial"/>
              <a:buNone/>
              <a:defRPr/>
            </a:pPr>
            <a:r>
              <a:rPr lang="en-US" dirty="0">
                <a:solidFill>
                  <a:schemeClr val="tx1"/>
                </a:solidFill>
                <a:ea typeface="+mn-ea"/>
                <a:cs typeface="+mn-cs"/>
              </a:rPr>
              <a:t>Richard Thomas</a:t>
            </a:r>
          </a:p>
          <a:p>
            <a:pPr eaLnBrk="1" fontAlgn="auto" hangingPunct="1">
              <a:spcAft>
                <a:spcPts val="0"/>
              </a:spcAft>
              <a:buFont typeface="Arial"/>
              <a:buNone/>
              <a:defRPr/>
            </a:pPr>
            <a:r>
              <a:rPr lang="en-US" dirty="0">
                <a:solidFill>
                  <a:schemeClr val="tx1"/>
                </a:solidFill>
                <a:ea typeface="+mn-ea"/>
                <a:cs typeface="+mn-cs"/>
              </a:rPr>
              <a:t>&amp;</a:t>
            </a:r>
          </a:p>
          <a:p>
            <a:pPr eaLnBrk="1" fontAlgn="auto" hangingPunct="1">
              <a:spcAft>
                <a:spcPts val="0"/>
              </a:spcAft>
              <a:buFont typeface="Arial"/>
              <a:buNone/>
              <a:defRPr/>
            </a:pPr>
            <a:r>
              <a:rPr lang="en-US" dirty="0">
                <a:solidFill>
                  <a:schemeClr val="tx1"/>
                </a:solidFill>
                <a:ea typeface="+mn-ea"/>
                <a:cs typeface="+mn-cs"/>
              </a:rPr>
              <a:t>Liu Yixian</a:t>
            </a:r>
          </a:p>
        </p:txBody>
      </p:sp>
      <p:pic>
        <p:nvPicPr>
          <p:cNvPr id="7" name="Picture 6" descr="File:Nuvola Canada flag.svg">
            <a:extLst>
              <a:ext uri="{FF2B5EF4-FFF2-40B4-BE49-F238E27FC236}">
                <a16:creationId xmlns:a16="http://schemas.microsoft.com/office/drawing/2014/main" id="{BA98A3CB-938B-0830-5FCE-1A8822ABC6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69579" y="2284795"/>
            <a:ext cx="968896" cy="968896"/>
          </a:xfrm>
          <a:prstGeom prst="rect">
            <a:avLst/>
          </a:prstGeom>
        </p:spPr>
      </p:pic>
      <p:pic>
        <p:nvPicPr>
          <p:cNvPr id="9" name="Picture 8" descr="File:Nuvola Australian flag.svg">
            <a:extLst>
              <a:ext uri="{FF2B5EF4-FFF2-40B4-BE49-F238E27FC236}">
                <a16:creationId xmlns:a16="http://schemas.microsoft.com/office/drawing/2014/main" id="{8B752939-7ADA-311F-804C-25561C50A8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94115" y="2284795"/>
            <a:ext cx="968896" cy="968896"/>
          </a:xfrm>
          <a:prstGeom prst="rect">
            <a:avLst/>
          </a:prstGeom>
        </p:spPr>
      </p:pic>
      <p:pic>
        <p:nvPicPr>
          <p:cNvPr id="11" name="Picture 10" descr="Fichier:Nuvola Chinese flag.svg">
            <a:extLst>
              <a:ext uri="{FF2B5EF4-FFF2-40B4-BE49-F238E27FC236}">
                <a16:creationId xmlns:a16="http://schemas.microsoft.com/office/drawing/2014/main" id="{90D8B033-9498-746F-E593-ED7AE8273C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81847" y="4433106"/>
            <a:ext cx="968896" cy="968896"/>
          </a:xfrm>
          <a:prstGeom prst="rect">
            <a:avLst/>
          </a:prstGeom>
        </p:spPr>
      </p:pic>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C6E6-9414-8FEB-779C-E7E006383251}"/>
              </a:ext>
            </a:extLst>
          </p:cNvPr>
          <p:cNvSpPr>
            <a:spLocks noGrp="1"/>
          </p:cNvSpPr>
          <p:nvPr>
            <p:ph type="title"/>
          </p:nvPr>
        </p:nvSpPr>
        <p:spPr/>
        <p:txBody>
          <a:bodyPr/>
          <a:lstStyle/>
          <a:p>
            <a:r>
              <a:rPr lang="en-AU" dirty="0"/>
              <a:t>Course Content</a:t>
            </a:r>
          </a:p>
        </p:txBody>
      </p:sp>
      <p:sp>
        <p:nvSpPr>
          <p:cNvPr id="3" name="Content Placeholder 2">
            <a:extLst>
              <a:ext uri="{FF2B5EF4-FFF2-40B4-BE49-F238E27FC236}">
                <a16:creationId xmlns:a16="http://schemas.microsoft.com/office/drawing/2014/main" id="{755BD0DA-2367-2BC9-9943-AD7A6ABA7B7F}"/>
              </a:ext>
            </a:extLst>
          </p:cNvPr>
          <p:cNvSpPr>
            <a:spLocks noGrp="1"/>
          </p:cNvSpPr>
          <p:nvPr>
            <p:ph idx="1"/>
          </p:nvPr>
        </p:nvSpPr>
        <p:spPr/>
        <p:txBody>
          <a:bodyPr/>
          <a:lstStyle/>
          <a:p>
            <a:r>
              <a:rPr lang="en-AU" dirty="0"/>
              <a:t>Software Systems</a:t>
            </a:r>
          </a:p>
          <a:p>
            <a:r>
              <a:rPr lang="en-AU" dirty="0"/>
              <a:t>Ethics</a:t>
            </a:r>
          </a:p>
          <a:p>
            <a:r>
              <a:rPr lang="en-AU" dirty="0"/>
              <a:t>Lifecycle Models, Processes, Methods &amp; Tools</a:t>
            </a:r>
          </a:p>
          <a:p>
            <a:r>
              <a:rPr lang="en-AU" dirty="0"/>
              <a:t>Requirements</a:t>
            </a:r>
          </a:p>
          <a:p>
            <a:r>
              <a:rPr lang="en-AU" dirty="0"/>
              <a:t>Object-Oriented Modelling, Analysis &amp; Design</a:t>
            </a:r>
          </a:p>
          <a:p>
            <a:r>
              <a:rPr lang="en-AU" dirty="0"/>
              <a:t>Implementation</a:t>
            </a:r>
          </a:p>
          <a:p>
            <a:r>
              <a:rPr lang="en-AU" dirty="0"/>
              <a:t>Quality Assurance</a:t>
            </a:r>
          </a:p>
          <a:p>
            <a:r>
              <a:rPr lang="en-AU" dirty="0"/>
              <a:t>Maintenance</a:t>
            </a:r>
          </a:p>
        </p:txBody>
      </p:sp>
      <p:sp>
        <p:nvSpPr>
          <p:cNvPr id="4" name="Footer Placeholder 3">
            <a:extLst>
              <a:ext uri="{FF2B5EF4-FFF2-40B4-BE49-F238E27FC236}">
                <a16:creationId xmlns:a16="http://schemas.microsoft.com/office/drawing/2014/main" id="{55A18E2C-1005-4730-A75E-DA276C2C15A5}"/>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B6A34421-F58C-7869-A129-4D511C23DE61}"/>
              </a:ext>
            </a:extLst>
          </p:cNvPr>
          <p:cNvSpPr>
            <a:spLocks noGrp="1"/>
          </p:cNvSpPr>
          <p:nvPr>
            <p:ph type="sldNum" sz="quarter" idx="12"/>
          </p:nvPr>
        </p:nvSpPr>
        <p:spPr/>
        <p:txBody>
          <a:bodyPr/>
          <a:lstStyle/>
          <a:p>
            <a:fld id="{1D5CD492-2BC6-F348-9965-EC1D86DF57A8}" type="slidenum">
              <a:rPr lang="en-US" smtClean="0"/>
              <a:t>2</a:t>
            </a:fld>
            <a:endParaRPr lang="en-US"/>
          </a:p>
        </p:txBody>
      </p:sp>
    </p:spTree>
    <p:extLst>
      <p:ext uri="{BB962C8B-B14F-4D97-AF65-F5344CB8AC3E}">
        <p14:creationId xmlns:p14="http://schemas.microsoft.com/office/powerpoint/2010/main" val="374400084"/>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94E9-F4DA-86AA-9286-694FDF008553}"/>
              </a:ext>
            </a:extLst>
          </p:cNvPr>
          <p:cNvSpPr>
            <a:spLocks noGrp="1"/>
          </p:cNvSpPr>
          <p:nvPr>
            <p:ph type="title"/>
          </p:nvPr>
        </p:nvSpPr>
        <p:spPr/>
        <p:txBody>
          <a:bodyPr/>
          <a:lstStyle/>
          <a:p>
            <a:r>
              <a:rPr lang="en-AU" dirty="0"/>
              <a:t>Assumed Knowledge</a:t>
            </a:r>
          </a:p>
        </p:txBody>
      </p:sp>
      <p:sp>
        <p:nvSpPr>
          <p:cNvPr id="3" name="Content Placeholder 2">
            <a:extLst>
              <a:ext uri="{FF2B5EF4-FFF2-40B4-BE49-F238E27FC236}">
                <a16:creationId xmlns:a16="http://schemas.microsoft.com/office/drawing/2014/main" id="{B520D1F0-A8CD-9291-253C-E174C09D460D}"/>
              </a:ext>
            </a:extLst>
          </p:cNvPr>
          <p:cNvSpPr>
            <a:spLocks noGrp="1"/>
          </p:cNvSpPr>
          <p:nvPr>
            <p:ph idx="1"/>
          </p:nvPr>
        </p:nvSpPr>
        <p:spPr/>
        <p:txBody>
          <a:bodyPr/>
          <a:lstStyle/>
          <a:p>
            <a:r>
              <a:rPr lang="en-AU" dirty="0"/>
              <a:t>OO Programming</a:t>
            </a:r>
          </a:p>
          <a:p>
            <a:pPr lvl="1"/>
            <a:r>
              <a:rPr lang="en-AU" dirty="0"/>
              <a:t>Build multi-class software</a:t>
            </a:r>
          </a:p>
        </p:txBody>
      </p:sp>
      <p:sp>
        <p:nvSpPr>
          <p:cNvPr id="4" name="Footer Placeholder 3">
            <a:extLst>
              <a:ext uri="{FF2B5EF4-FFF2-40B4-BE49-F238E27FC236}">
                <a16:creationId xmlns:a16="http://schemas.microsoft.com/office/drawing/2014/main" id="{02E9135D-B985-9976-7012-392535281D8F}"/>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D197BB30-2821-DB0E-FA81-A0A152B97677}"/>
              </a:ext>
            </a:extLst>
          </p:cNvPr>
          <p:cNvSpPr>
            <a:spLocks noGrp="1"/>
          </p:cNvSpPr>
          <p:nvPr>
            <p:ph type="sldNum" sz="quarter" idx="12"/>
          </p:nvPr>
        </p:nvSpPr>
        <p:spPr/>
        <p:txBody>
          <a:bodyPr/>
          <a:lstStyle/>
          <a:p>
            <a:fld id="{1D5CD492-2BC6-F348-9965-EC1D86DF57A8}" type="slidenum">
              <a:rPr lang="en-US" smtClean="0"/>
              <a:t>3</a:t>
            </a:fld>
            <a:endParaRPr lang="en-US"/>
          </a:p>
        </p:txBody>
      </p:sp>
    </p:spTree>
    <p:extLst>
      <p:ext uri="{BB962C8B-B14F-4D97-AF65-F5344CB8AC3E}">
        <p14:creationId xmlns:p14="http://schemas.microsoft.com/office/powerpoint/2010/main" val="2684274377"/>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6EBD1-3D21-EA22-5B18-1ED133EE6ED6}"/>
              </a:ext>
            </a:extLst>
          </p:cNvPr>
          <p:cNvSpPr>
            <a:spLocks noGrp="1"/>
          </p:cNvSpPr>
          <p:nvPr>
            <p:ph type="title"/>
          </p:nvPr>
        </p:nvSpPr>
        <p:spPr/>
        <p:txBody>
          <a:bodyPr/>
          <a:lstStyle/>
          <a:p>
            <a:r>
              <a:rPr lang="en-AU" dirty="0"/>
              <a:t>Textbook</a:t>
            </a:r>
          </a:p>
        </p:txBody>
      </p:sp>
      <p:sp>
        <p:nvSpPr>
          <p:cNvPr id="3" name="Content Placeholder 2">
            <a:extLst>
              <a:ext uri="{FF2B5EF4-FFF2-40B4-BE49-F238E27FC236}">
                <a16:creationId xmlns:a16="http://schemas.microsoft.com/office/drawing/2014/main" id="{44373CA8-A91F-12C1-43C8-E04C11EDC2A0}"/>
              </a:ext>
            </a:extLst>
          </p:cNvPr>
          <p:cNvSpPr>
            <a:spLocks noGrp="1"/>
          </p:cNvSpPr>
          <p:nvPr>
            <p:ph idx="1"/>
          </p:nvPr>
        </p:nvSpPr>
        <p:spPr/>
        <p:txBody>
          <a:bodyPr/>
          <a:lstStyle/>
          <a:p>
            <a:r>
              <a:rPr lang="en-AU" dirty="0"/>
              <a:t>Object-Oriented Software Engineering</a:t>
            </a:r>
          </a:p>
          <a:p>
            <a:pPr lvl="1"/>
            <a:r>
              <a:rPr lang="en-AU" dirty="0"/>
              <a:t>Stephen R. Schach</a:t>
            </a:r>
          </a:p>
          <a:p>
            <a:pPr lvl="1"/>
            <a:r>
              <a:rPr lang="en-AU" dirty="0"/>
              <a:t>McGraw Hill</a:t>
            </a:r>
          </a:p>
        </p:txBody>
      </p:sp>
      <p:sp>
        <p:nvSpPr>
          <p:cNvPr id="4" name="Footer Placeholder 3">
            <a:extLst>
              <a:ext uri="{FF2B5EF4-FFF2-40B4-BE49-F238E27FC236}">
                <a16:creationId xmlns:a16="http://schemas.microsoft.com/office/drawing/2014/main" id="{0A70AB76-5F4D-5840-0253-201768EB638A}"/>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62948B4E-E126-834B-8DD6-FAEAD880DD1B}"/>
              </a:ext>
            </a:extLst>
          </p:cNvPr>
          <p:cNvSpPr>
            <a:spLocks noGrp="1"/>
          </p:cNvSpPr>
          <p:nvPr>
            <p:ph type="sldNum" sz="quarter" idx="12"/>
          </p:nvPr>
        </p:nvSpPr>
        <p:spPr/>
        <p:txBody>
          <a:bodyPr/>
          <a:lstStyle/>
          <a:p>
            <a:fld id="{1D5CD492-2BC6-F348-9965-EC1D86DF57A8}" type="slidenum">
              <a:rPr lang="en-US" smtClean="0"/>
              <a:t>4</a:t>
            </a:fld>
            <a:endParaRPr lang="en-US"/>
          </a:p>
        </p:txBody>
      </p:sp>
    </p:spTree>
    <p:extLst>
      <p:ext uri="{BB962C8B-B14F-4D97-AF65-F5344CB8AC3E}">
        <p14:creationId xmlns:p14="http://schemas.microsoft.com/office/powerpoint/2010/main" val="4154662634"/>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9A8CC-7D7D-A91D-435A-99FDF58C48F5}"/>
              </a:ext>
            </a:extLst>
          </p:cNvPr>
          <p:cNvSpPr>
            <a:spLocks noGrp="1"/>
          </p:cNvSpPr>
          <p:nvPr>
            <p:ph type="title"/>
          </p:nvPr>
        </p:nvSpPr>
        <p:spPr/>
        <p:txBody>
          <a:bodyPr/>
          <a:lstStyle/>
          <a:p>
            <a:r>
              <a:rPr lang="en-AU" dirty="0"/>
              <a:t>Assessment</a:t>
            </a:r>
          </a:p>
        </p:txBody>
      </p:sp>
      <p:sp>
        <p:nvSpPr>
          <p:cNvPr id="3" name="Content Placeholder 2">
            <a:extLst>
              <a:ext uri="{FF2B5EF4-FFF2-40B4-BE49-F238E27FC236}">
                <a16:creationId xmlns:a16="http://schemas.microsoft.com/office/drawing/2014/main" id="{2661879A-F454-41A2-469B-D469DFE58784}"/>
              </a:ext>
            </a:extLst>
          </p:cNvPr>
          <p:cNvSpPr>
            <a:spLocks noGrp="1"/>
          </p:cNvSpPr>
          <p:nvPr>
            <p:ph idx="1"/>
          </p:nvPr>
        </p:nvSpPr>
        <p:spPr/>
        <p:txBody>
          <a:bodyPr/>
          <a:lstStyle/>
          <a:p>
            <a:r>
              <a:rPr lang="en-AU" dirty="0"/>
              <a:t>Tutorials</a:t>
            </a:r>
          </a:p>
          <a:p>
            <a:pPr lvl="1"/>
            <a:r>
              <a:rPr lang="en-AU" dirty="0"/>
              <a:t>Practice key concepts</a:t>
            </a:r>
          </a:p>
          <a:p>
            <a:r>
              <a:rPr lang="en-AU" dirty="0"/>
              <a:t>Project</a:t>
            </a:r>
          </a:p>
          <a:p>
            <a:pPr lvl="1"/>
            <a:r>
              <a:rPr lang="en-AU" dirty="0"/>
              <a:t>Requirements Model</a:t>
            </a:r>
          </a:p>
          <a:p>
            <a:pPr lvl="1"/>
            <a:r>
              <a:rPr lang="en-AU" dirty="0"/>
              <a:t>Analysis &amp; Design Model</a:t>
            </a:r>
          </a:p>
          <a:p>
            <a:pPr lvl="1"/>
            <a:r>
              <a:rPr lang="en-AU" dirty="0"/>
              <a:t>MVP Implementation</a:t>
            </a:r>
          </a:p>
          <a:p>
            <a:r>
              <a:rPr lang="en-AU" dirty="0"/>
              <a:t>Final Exam</a:t>
            </a:r>
          </a:p>
          <a:p>
            <a:pPr lvl="1"/>
            <a:r>
              <a:rPr lang="en-AU" dirty="0"/>
              <a:t>Theory</a:t>
            </a:r>
          </a:p>
          <a:p>
            <a:pPr lvl="1"/>
            <a:r>
              <a:rPr lang="en-AU" dirty="0"/>
              <a:t>Application</a:t>
            </a:r>
          </a:p>
        </p:txBody>
      </p:sp>
      <p:sp>
        <p:nvSpPr>
          <p:cNvPr id="4" name="Footer Placeholder 3">
            <a:extLst>
              <a:ext uri="{FF2B5EF4-FFF2-40B4-BE49-F238E27FC236}">
                <a16:creationId xmlns:a16="http://schemas.microsoft.com/office/drawing/2014/main" id="{A395A5D3-97AE-2F5F-6826-2E7A7492A8B9}"/>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FEFCFA04-147F-909E-E920-FEDD02FA4B6A}"/>
              </a:ext>
            </a:extLst>
          </p:cNvPr>
          <p:cNvSpPr>
            <a:spLocks noGrp="1"/>
          </p:cNvSpPr>
          <p:nvPr>
            <p:ph type="sldNum" sz="quarter" idx="12"/>
          </p:nvPr>
        </p:nvSpPr>
        <p:spPr/>
        <p:txBody>
          <a:bodyPr/>
          <a:lstStyle/>
          <a:p>
            <a:fld id="{1D5CD492-2BC6-F348-9965-EC1D86DF57A8}" type="slidenum">
              <a:rPr lang="en-US" smtClean="0"/>
              <a:t>5</a:t>
            </a:fld>
            <a:endParaRPr lang="en-US"/>
          </a:p>
        </p:txBody>
      </p:sp>
    </p:spTree>
    <p:extLst>
      <p:ext uri="{BB962C8B-B14F-4D97-AF65-F5344CB8AC3E}">
        <p14:creationId xmlns:p14="http://schemas.microsoft.com/office/powerpoint/2010/main" val="1915628999"/>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21D27-CA53-5B8C-574A-85F247DBB110}"/>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B748E32-445C-203C-56F5-790AD96EBFFD}"/>
              </a:ext>
            </a:extLst>
          </p:cNvPr>
          <p:cNvSpPr>
            <a:spLocks noGrp="1"/>
          </p:cNvSpPr>
          <p:nvPr>
            <p:ph type="ctrTitle"/>
          </p:nvPr>
        </p:nvSpPr>
        <p:spPr/>
        <p:txBody>
          <a:bodyPr/>
          <a:lstStyle/>
          <a:p>
            <a:pPr eaLnBrk="1" hangingPunct="1"/>
            <a:r>
              <a:rPr lang="en-US" dirty="0"/>
              <a:t>Chapter 1- Introduction</a:t>
            </a:r>
          </a:p>
        </p:txBody>
      </p:sp>
      <p:sp>
        <p:nvSpPr>
          <p:cNvPr id="3" name="Subtitle 2">
            <a:extLst>
              <a:ext uri="{FF2B5EF4-FFF2-40B4-BE49-F238E27FC236}">
                <a16:creationId xmlns:a16="http://schemas.microsoft.com/office/drawing/2014/main" id="{0FA58E85-B47A-D6B8-8B79-9480DC805979}"/>
              </a:ext>
            </a:extLst>
          </p:cNvPr>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2" name="Footer Placeholder 1">
            <a:extLst>
              <a:ext uri="{FF2B5EF4-FFF2-40B4-BE49-F238E27FC236}">
                <a16:creationId xmlns:a16="http://schemas.microsoft.com/office/drawing/2014/main" id="{F69629A4-1880-E899-5B8E-FFAC053AC263}"/>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4C53BDEB-CCB7-1A24-84EF-3CFFB568F8E9}"/>
              </a:ext>
            </a:extLst>
          </p:cNvPr>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386607893"/>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a:xfrm>
            <a:off x="457199" y="1600200"/>
            <a:ext cx="8410575" cy="4525963"/>
          </a:xfrm>
        </p:spPr>
        <p:txBody>
          <a:bodyPr/>
          <a:lstStyle/>
          <a:p>
            <a:r>
              <a:rPr lang="en-US" dirty="0"/>
              <a:t>Professional software development</a:t>
            </a:r>
          </a:p>
          <a:p>
            <a:pPr lvl="1"/>
            <a:r>
              <a:rPr lang="en-US" dirty="0"/>
              <a:t>What is meant by software engineering</a:t>
            </a:r>
          </a:p>
          <a:p>
            <a:r>
              <a:rPr lang="en-US" dirty="0"/>
              <a:t>Software Crisis</a:t>
            </a:r>
          </a:p>
          <a:p>
            <a:pPr lvl="1"/>
            <a:r>
              <a:rPr lang="en-US" dirty="0"/>
              <a:t>How successful is the discipline at delivering software?</a:t>
            </a:r>
          </a:p>
          <a:p>
            <a:r>
              <a:rPr lang="en-US" dirty="0"/>
              <a:t>Software engineering ethics</a:t>
            </a:r>
          </a:p>
          <a:p>
            <a:pPr lvl="1"/>
            <a:r>
              <a:rPr lang="en-US" dirty="0"/>
              <a:t>Brief introduction to ethical issues that affect software engineering</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2728-1130-BD5D-67AE-9DE8ED664415}"/>
              </a:ext>
            </a:extLst>
          </p:cNvPr>
          <p:cNvSpPr>
            <a:spLocks noGrp="1"/>
          </p:cNvSpPr>
          <p:nvPr>
            <p:ph type="title"/>
          </p:nvPr>
        </p:nvSpPr>
        <p:spPr/>
        <p:txBody>
          <a:bodyPr/>
          <a:lstStyle/>
          <a:p>
            <a:r>
              <a:rPr lang="en-AU" dirty="0"/>
              <a:t>Software Engineering</a:t>
            </a:r>
          </a:p>
        </p:txBody>
      </p:sp>
      <p:sp>
        <p:nvSpPr>
          <p:cNvPr id="3" name="Content Placeholder 2">
            <a:extLst>
              <a:ext uri="{FF2B5EF4-FFF2-40B4-BE49-F238E27FC236}">
                <a16:creationId xmlns:a16="http://schemas.microsoft.com/office/drawing/2014/main" id="{D8D754B3-461E-0BAF-A485-CC993DF9992C}"/>
              </a:ext>
            </a:extLst>
          </p:cNvPr>
          <p:cNvSpPr>
            <a:spLocks noGrp="1"/>
          </p:cNvSpPr>
          <p:nvPr>
            <p:ph idx="1"/>
          </p:nvPr>
        </p:nvSpPr>
        <p:spPr/>
        <p:txBody>
          <a:bodyPr/>
          <a:lstStyle/>
          <a:p>
            <a:pPr marL="0" indent="0">
              <a:buFontTx/>
              <a:buNone/>
            </a:pPr>
            <a:r>
              <a:rPr lang="en-US" altLang="en-US" dirty="0"/>
              <a:t>Software engineering is both exciting and frustrating</a:t>
            </a:r>
          </a:p>
          <a:p>
            <a:r>
              <a:rPr lang="en-US" altLang="en-US" dirty="0"/>
              <a:t>Exciting because it draws on many technical disciplines and provides a harness that binds each discipline to the next</a:t>
            </a:r>
          </a:p>
          <a:p>
            <a:r>
              <a:rPr lang="en-US" altLang="en-US" dirty="0"/>
              <a:t>Frustrating, because it demands knowledge in a multitude of topic areas and seems to be infinitely expandable</a:t>
            </a:r>
          </a:p>
          <a:p>
            <a:pPr lvl="1">
              <a:spcBef>
                <a:spcPts val="600"/>
              </a:spcBef>
              <a:spcAft>
                <a:spcPts val="600"/>
              </a:spcAft>
            </a:pPr>
            <a:r>
              <a:rPr lang="en-US" altLang="en-US" dirty="0"/>
              <a:t>Roger Pressman, 1992</a:t>
            </a:r>
          </a:p>
          <a:p>
            <a:endParaRPr lang="en-AU" dirty="0"/>
          </a:p>
        </p:txBody>
      </p:sp>
      <p:sp>
        <p:nvSpPr>
          <p:cNvPr id="4" name="Footer Placeholder 3">
            <a:extLst>
              <a:ext uri="{FF2B5EF4-FFF2-40B4-BE49-F238E27FC236}">
                <a16:creationId xmlns:a16="http://schemas.microsoft.com/office/drawing/2014/main" id="{B0CBDA0F-3F1B-71DA-E59A-55581C1A238D}"/>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B7116E99-6685-0429-39DB-21DF06BBFD71}"/>
              </a:ext>
            </a:extLst>
          </p:cNvPr>
          <p:cNvSpPr>
            <a:spLocks noGrp="1"/>
          </p:cNvSpPr>
          <p:nvPr>
            <p:ph type="sldNum" sz="quarter" idx="12"/>
          </p:nvPr>
        </p:nvSpPr>
        <p:spPr/>
        <p:txBody>
          <a:bodyPr/>
          <a:lstStyle/>
          <a:p>
            <a:fld id="{1D5CD492-2BC6-F348-9965-EC1D86DF57A8}" type="slidenum">
              <a:rPr lang="en-US" smtClean="0"/>
              <a:t>8</a:t>
            </a:fld>
            <a:endParaRPr lang="en-US"/>
          </a:p>
        </p:txBody>
      </p:sp>
    </p:spTree>
    <p:extLst>
      <p:ext uri="{BB962C8B-B14F-4D97-AF65-F5344CB8AC3E}">
        <p14:creationId xmlns:p14="http://schemas.microsoft.com/office/powerpoint/2010/main" val="417952554"/>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Economies of ALL developed nations depend on software</a:t>
            </a:r>
          </a:p>
          <a:p>
            <a:r>
              <a:rPr lang="en-GB" dirty="0"/>
              <a:t>Software is pervasive</a:t>
            </a:r>
          </a:p>
          <a:p>
            <a:r>
              <a:rPr lang="en-GB" dirty="0"/>
              <a:t>Software engineering is concerned with</a:t>
            </a:r>
          </a:p>
          <a:p>
            <a:pPr lvl="1"/>
            <a:r>
              <a:rPr lang="en-GB" dirty="0"/>
              <a:t>theories,</a:t>
            </a:r>
          </a:p>
          <a:p>
            <a:pPr lvl="1"/>
            <a:r>
              <a:rPr lang="en-GB" dirty="0"/>
              <a:t>methods and</a:t>
            </a:r>
          </a:p>
          <a:p>
            <a:pPr lvl="1"/>
            <a:r>
              <a:rPr lang="en-GB" dirty="0"/>
              <a:t>tools</a:t>
            </a:r>
          </a:p>
          <a:p>
            <a:r>
              <a:rPr lang="en-GB" dirty="0"/>
              <a:t>for professional software development</a:t>
            </a:r>
          </a:p>
          <a:p>
            <a:r>
              <a:rPr lang="en-GB" dirty="0"/>
              <a:t>Expenditure on software represents a significant fraction of GNP in all developed countries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AU" altLang="en-US" dirty="0"/>
              <a:t>Software Engineers</a:t>
            </a:r>
          </a:p>
        </p:txBody>
      </p:sp>
      <p:sp>
        <p:nvSpPr>
          <p:cNvPr id="49155" name="Rectangle 3"/>
          <p:cNvSpPr>
            <a:spLocks noGrp="1" noChangeArrowheads="1"/>
          </p:cNvSpPr>
          <p:nvPr>
            <p:ph type="body" idx="1"/>
          </p:nvPr>
        </p:nvSpPr>
        <p:spPr>
          <a:xfrm>
            <a:off x="457200" y="1638300"/>
            <a:ext cx="8210550" cy="4368991"/>
          </a:xfrm>
        </p:spPr>
        <p:txBody>
          <a:bodyPr/>
          <a:lstStyle/>
          <a:p>
            <a:r>
              <a:rPr lang="en-AU" altLang="en-US" dirty="0"/>
              <a:t>Choose appropriate tools &amp; techniques</a:t>
            </a:r>
          </a:p>
          <a:p>
            <a:r>
              <a:rPr lang="en-AU" altLang="en-US" dirty="0"/>
              <a:t>Work effectively in a team</a:t>
            </a:r>
          </a:p>
          <a:p>
            <a:r>
              <a:rPr lang="en-AU" altLang="en-US" dirty="0"/>
              <a:t>Manage own work and the process</a:t>
            </a:r>
          </a:p>
        </p:txBody>
      </p:sp>
      <p:sp>
        <p:nvSpPr>
          <p:cNvPr id="5" name="Slide Number Placeholder 4"/>
          <p:cNvSpPr>
            <a:spLocks noGrp="1"/>
          </p:cNvSpPr>
          <p:nvPr>
            <p:ph type="sldNum" sz="quarter" idx="12"/>
          </p:nvPr>
        </p:nvSpPr>
        <p:spPr>
          <a:xfrm>
            <a:off x="7010400" y="6553200"/>
            <a:ext cx="1905000" cy="304800"/>
          </a:xfrm>
        </p:spPr>
        <p:txBody>
          <a:bodyPr/>
          <a:lstStyle/>
          <a:p>
            <a:pPr>
              <a:defRPr/>
            </a:pPr>
            <a:fld id="{2505048C-9CA2-4356-B565-2FC324102B46}" type="slidenum">
              <a:rPr lang="en-AU" altLang="en-US" smtClean="0"/>
              <a:pPr>
                <a:defRPr/>
              </a:pPr>
              <a:t>10</a:t>
            </a:fld>
            <a:endParaRPr lang="en-AU" altLang="en-US"/>
          </a:p>
        </p:txBody>
      </p:sp>
    </p:spTree>
    <p:extLst>
      <p:ext uri="{BB962C8B-B14F-4D97-AF65-F5344CB8AC3E}">
        <p14:creationId xmlns:p14="http://schemas.microsoft.com/office/powerpoint/2010/main" val="341828104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 calcmode="lin" valueType="num">
                                      <p:cBhvr additive="base">
                                        <p:cTn id="7" dur="500" fill="hold"/>
                                        <p:tgtEl>
                                          <p:spTgt spid="491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1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155">
                                            <p:txEl>
                                              <p:pRg st="1" end="1"/>
                                            </p:txEl>
                                          </p:spTgt>
                                        </p:tgtEl>
                                        <p:attrNameLst>
                                          <p:attrName>style.visibility</p:attrName>
                                        </p:attrNameLst>
                                      </p:cBhvr>
                                      <p:to>
                                        <p:strVal val="visible"/>
                                      </p:to>
                                    </p:set>
                                    <p:anim calcmode="lin" valueType="num">
                                      <p:cBhvr additive="base">
                                        <p:cTn id="13" dur="500" fill="hold"/>
                                        <p:tgtEl>
                                          <p:spTgt spid="491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91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9155">
                                            <p:txEl>
                                              <p:pRg st="2" end="2"/>
                                            </p:txEl>
                                          </p:spTgt>
                                        </p:tgtEl>
                                        <p:attrNameLst>
                                          <p:attrName>style.visibility</p:attrName>
                                        </p:attrNameLst>
                                      </p:cBhvr>
                                      <p:to>
                                        <p:strVal val="visible"/>
                                      </p:to>
                                    </p:set>
                                    <p:anim calcmode="lin" valueType="num">
                                      <p:cBhvr additive="base">
                                        <p:cTn id="19" dur="500" fill="hold"/>
                                        <p:tgtEl>
                                          <p:spTgt spid="491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915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dirty="0"/>
              <a:t>Software Costs</a:t>
            </a:r>
          </a:p>
        </p:txBody>
      </p:sp>
      <p:sp>
        <p:nvSpPr>
          <p:cNvPr id="66565" name="Rectangle 5"/>
          <p:cNvSpPr>
            <a:spLocks noGrp="1" noChangeArrowheads="1"/>
          </p:cNvSpPr>
          <p:nvPr>
            <p:ph idx="1"/>
          </p:nvPr>
        </p:nvSpPr>
        <p:spPr/>
        <p:txBody>
          <a:bodyPr/>
          <a:lstStyle/>
          <a:p>
            <a:r>
              <a:rPr lang="en-GB" dirty="0"/>
              <a:t>Often dominate computer system costs</a:t>
            </a:r>
          </a:p>
          <a:p>
            <a:pPr lvl="1"/>
            <a:r>
              <a:rPr lang="en-GB" dirty="0"/>
              <a:t>Cost of software on a PC is often greater than the hardware cost</a:t>
            </a:r>
          </a:p>
          <a:p>
            <a:r>
              <a:rPr lang="en-GB" dirty="0"/>
              <a:t>Software costs more to maintain than it does to develop</a:t>
            </a:r>
          </a:p>
          <a:p>
            <a:pPr lvl="1"/>
            <a:r>
              <a:rPr lang="en-GB" dirty="0"/>
              <a:t>Long lived systems, the maintenance costs may be several times development costs</a:t>
            </a:r>
          </a:p>
          <a:p>
            <a:r>
              <a:rPr lang="en-GB" dirty="0"/>
              <a:t>Software engineering is concerned with cost-effective software development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Project Failure</a:t>
            </a:r>
          </a:p>
        </p:txBody>
      </p:sp>
      <p:sp>
        <p:nvSpPr>
          <p:cNvPr id="3" name="Content Placeholder 2"/>
          <p:cNvSpPr>
            <a:spLocks noGrp="1"/>
          </p:cNvSpPr>
          <p:nvPr>
            <p:ph idx="1"/>
          </p:nvPr>
        </p:nvSpPr>
        <p:spPr/>
        <p:txBody>
          <a:bodyPr/>
          <a:lstStyle/>
          <a:p>
            <a:r>
              <a:rPr lang="en-GB" i="1" dirty="0"/>
              <a:t>Increasing system complexity</a:t>
            </a:r>
            <a:r>
              <a:rPr lang="en-GB" dirty="0"/>
              <a:t> </a:t>
            </a:r>
          </a:p>
          <a:p>
            <a:pPr lvl="1"/>
            <a:r>
              <a:rPr lang="en-GB" dirty="0"/>
              <a:t>As 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a:t>Failure to use software engineering methods</a:t>
            </a:r>
            <a:r>
              <a:rPr lang="en-GB" dirty="0"/>
              <a:t> </a:t>
            </a:r>
          </a:p>
          <a:p>
            <a:pPr lvl="1"/>
            <a:r>
              <a:rPr lang="en-GB" dirty="0"/>
              <a:t>It 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8" name="Slide Number Placeholder 7"/>
          <p:cNvSpPr>
            <a:spLocks noGrp="1"/>
          </p:cNvSpPr>
          <p:nvPr>
            <p:ph type="sldNum" sz="quarter" idx="12"/>
          </p:nvPr>
        </p:nvSpPr>
        <p:spPr/>
        <p:txBody>
          <a:bodyPr/>
          <a:lstStyle/>
          <a:p>
            <a:fld id="{1D5CD492-2BC6-F348-9965-EC1D86DF57A8}" type="slidenum">
              <a:rPr lang="en-US" smtClean="0"/>
              <a:t>13</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173136426"/>
              </p:ext>
            </p:extLst>
          </p:nvPr>
        </p:nvGraphicFramePr>
        <p:xfrm>
          <a:off x="457199" y="1636194"/>
          <a:ext cx="8229601" cy="5030610"/>
        </p:xfrm>
        <a:graphic>
          <a:graphicData uri="http://schemas.openxmlformats.org/drawingml/2006/table">
            <a:tbl>
              <a:tblPr firstRow="1" bandRow="1">
                <a:tableStyleId>{B301B821-A1FF-4177-AEE7-76D212191A09}</a:tableStyleId>
              </a:tblPr>
              <a:tblGrid>
                <a:gridCol w="3028951">
                  <a:extLst>
                    <a:ext uri="{9D8B030D-6E8A-4147-A177-3AD203B41FA5}">
                      <a16:colId xmlns:a16="http://schemas.microsoft.com/office/drawing/2014/main" val="20000"/>
                    </a:ext>
                  </a:extLst>
                </a:gridCol>
                <a:gridCol w="5200650">
                  <a:extLst>
                    <a:ext uri="{9D8B030D-6E8A-4147-A177-3AD203B41FA5}">
                      <a16:colId xmlns:a16="http://schemas.microsoft.com/office/drawing/2014/main" val="20001"/>
                    </a:ext>
                  </a:extLst>
                </a:gridCol>
              </a:tblGrid>
              <a:tr h="473850">
                <a:tc>
                  <a:txBody>
                    <a:bodyPr/>
                    <a:lstStyle/>
                    <a:p>
                      <a:pPr algn="just">
                        <a:spcAft>
                          <a:spcPts val="0"/>
                        </a:spcAft>
                      </a:pPr>
                      <a:r>
                        <a:rPr lang="en-GB" sz="1600" dirty="0">
                          <a:latin typeface="Arial"/>
                          <a:cs typeface="Arial"/>
                        </a:rPr>
                        <a:t>Question</a:t>
                      </a:r>
                      <a:endParaRPr lang="en-GB" sz="1600" b="1" dirty="0">
                        <a:solidFill>
                          <a:srgbClr val="000000"/>
                        </a:solidFill>
                        <a:latin typeface="Arial"/>
                        <a:ea typeface="Times New Roman"/>
                        <a:cs typeface="Arial"/>
                      </a:endParaRPr>
                    </a:p>
                  </a:txBody>
                  <a:tcPr marL="73025" marR="73025" marT="73025" marB="73025" anchor="ctr"/>
                </a:tc>
                <a:tc>
                  <a:txBody>
                    <a:bodyPr/>
                    <a:lstStyle/>
                    <a:p>
                      <a:pPr algn="just">
                        <a:spcAft>
                          <a:spcPts val="0"/>
                        </a:spcAft>
                      </a:pPr>
                      <a:r>
                        <a:rPr lang="en-GB" sz="1600" dirty="0">
                          <a:latin typeface="Arial"/>
                          <a:cs typeface="Arial"/>
                        </a:rPr>
                        <a:t>Answer</a:t>
                      </a:r>
                      <a:endParaRPr lang="en-GB" sz="1600" b="1" dirty="0">
                        <a:solidFill>
                          <a:srgbClr val="000000"/>
                        </a:solidFill>
                        <a:latin typeface="Arial"/>
                        <a:ea typeface="Times New Roman"/>
                        <a:cs typeface="Arial"/>
                      </a:endParaRPr>
                    </a:p>
                  </a:txBody>
                  <a:tcPr marL="73025" marR="73025" marT="73025" marB="73025" anchor="ctr"/>
                </a:tc>
                <a:extLst>
                  <a:ext uri="{0D108BD9-81ED-4DB2-BD59-A6C34878D82A}">
                    <a16:rowId xmlns:a16="http://schemas.microsoft.com/office/drawing/2014/main" val="10000"/>
                  </a:ext>
                </a:extLst>
              </a:tr>
              <a:tr h="613408">
                <a:tc>
                  <a:txBody>
                    <a:bodyPr/>
                    <a:lstStyle/>
                    <a:p>
                      <a:pPr algn="l">
                        <a:spcAft>
                          <a:spcPts val="0"/>
                        </a:spcAft>
                      </a:pPr>
                      <a:r>
                        <a:rPr lang="en-GB" sz="1600" dirty="0">
                          <a:latin typeface="Arial"/>
                          <a:cs typeface="Arial"/>
                        </a:rPr>
                        <a:t>What is software?</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Computer programs and associated documentation. Software products may be developed for a particular customer or may be developed for a general market.</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l">
                        <a:spcAft>
                          <a:spcPts val="0"/>
                        </a:spcAft>
                      </a:pPr>
                      <a:r>
                        <a:rPr lang="en-GB" sz="1600" dirty="0">
                          <a:latin typeface="Arial"/>
                          <a:cs typeface="Arial"/>
                        </a:rPr>
                        <a:t>What are the attributes of good software?</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Good software should deliver the required functionality and performance to the user and should be maintainable, dependable and usable.</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510741">
                <a:tc>
                  <a:txBody>
                    <a:bodyPr/>
                    <a:lstStyle/>
                    <a:p>
                      <a:pPr algn="l">
                        <a:spcAft>
                          <a:spcPts val="0"/>
                        </a:spcAft>
                      </a:pPr>
                      <a:r>
                        <a:rPr lang="en-GB" sz="1600" dirty="0">
                          <a:latin typeface="Arial"/>
                          <a:cs typeface="Arial"/>
                        </a:rPr>
                        <a:t>What is software engineering?</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Software engineering is an engineering discipline that is concerned with all aspects of software production.</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l">
                        <a:spcAft>
                          <a:spcPts val="0"/>
                        </a:spcAft>
                      </a:pPr>
                      <a:r>
                        <a:rPr lang="en-GB" sz="1600" dirty="0">
                          <a:latin typeface="Arial"/>
                          <a:cs typeface="Arial"/>
                        </a:rPr>
                        <a:t>What are the fundamental software engineering activities?</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Software specification, software development, software validation and software evolution.</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l">
                        <a:spcAft>
                          <a:spcPts val="0"/>
                        </a:spcAft>
                      </a:pPr>
                      <a:r>
                        <a:rPr lang="en-GB" sz="1600" dirty="0">
                          <a:latin typeface="Arial"/>
                          <a:cs typeface="Arial"/>
                        </a:rPr>
                        <a:t>What is the difference between software engineering and computer science?</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Computer science focuses on theory and fundamentals; software engineering is concerned with the practicalities of developing and delivering useful software.</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l">
                        <a:spcAft>
                          <a:spcPts val="0"/>
                        </a:spcAft>
                      </a:pPr>
                      <a:r>
                        <a:rPr lang="en-GB" sz="1600" dirty="0">
                          <a:latin typeface="Arial"/>
                          <a:cs typeface="Arial"/>
                        </a:rPr>
                        <a:t>What is the difference between software engineering and system engineering?</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47910337"/>
              </p:ext>
            </p:extLst>
          </p:nvPr>
        </p:nvGraphicFramePr>
        <p:xfrm>
          <a:off x="457200" y="1619250"/>
          <a:ext cx="8229600" cy="515118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68000">
                <a:tc>
                  <a:txBody>
                    <a:bodyPr/>
                    <a:lstStyle/>
                    <a:p>
                      <a:pPr algn="l"/>
                      <a:r>
                        <a:rPr lang="en-US" sz="1600" dirty="0">
                          <a:latin typeface="Arial"/>
                          <a:cs typeface="Arial"/>
                        </a:rPr>
                        <a:t>Question</a:t>
                      </a:r>
                    </a:p>
                  </a:txBody>
                  <a:tcPr anchor="ctr"/>
                </a:tc>
                <a:tc>
                  <a:txBody>
                    <a:bodyPr/>
                    <a:lstStyle/>
                    <a:p>
                      <a:pPr algn="l"/>
                      <a:r>
                        <a:rPr lang="en-US" sz="1600" dirty="0">
                          <a:latin typeface="Arial"/>
                          <a:cs typeface="Arial"/>
                        </a:rPr>
                        <a:t>Answer</a:t>
                      </a:r>
                    </a:p>
                  </a:txBody>
                  <a:tcPr anchor="ctr"/>
                </a:tc>
                <a:extLst>
                  <a:ext uri="{0D108BD9-81ED-4DB2-BD59-A6C34878D82A}">
                    <a16:rowId xmlns:a16="http://schemas.microsoft.com/office/drawing/2014/main" val="10000"/>
                  </a:ext>
                </a:extLst>
              </a:tr>
              <a:tr h="576000">
                <a:tc>
                  <a:txBody>
                    <a:bodyPr/>
                    <a:lstStyle/>
                    <a:p>
                      <a:pPr algn="l">
                        <a:spcAft>
                          <a:spcPts val="0"/>
                        </a:spcAft>
                      </a:pPr>
                      <a:r>
                        <a:rPr lang="en-GB" sz="1600" dirty="0">
                          <a:latin typeface="Arial"/>
                          <a:cs typeface="Arial"/>
                        </a:rPr>
                        <a:t>What are the key challenges facing software engineering?</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Coping with increasing diversity, demands for reduced delivery times and developing trustworthy software.</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792000">
                <a:tc>
                  <a:txBody>
                    <a:bodyPr/>
                    <a:lstStyle/>
                    <a:p>
                      <a:pPr algn="l">
                        <a:spcAft>
                          <a:spcPts val="0"/>
                        </a:spcAft>
                      </a:pPr>
                      <a:r>
                        <a:rPr lang="en-GB" sz="1600" dirty="0">
                          <a:latin typeface="Arial"/>
                          <a:cs typeface="Arial"/>
                        </a:rPr>
                        <a:t>What are the costs of software engineering?</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Roughly 60% of software costs are development costs, 40% are testing costs. For custom software, evolution costs often exceed development costs.</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2005096">
                <a:tc>
                  <a:txBody>
                    <a:bodyPr/>
                    <a:lstStyle/>
                    <a:p>
                      <a:pPr algn="l">
                        <a:spcAft>
                          <a:spcPts val="0"/>
                        </a:spcAft>
                      </a:pPr>
                      <a:r>
                        <a:rPr lang="en-GB" sz="1600" dirty="0">
                          <a:latin typeface="Arial"/>
                          <a:cs typeface="Arial"/>
                        </a:rPr>
                        <a:t>What are the best software engineering techniques and methods?</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1260000">
                <a:tc>
                  <a:txBody>
                    <a:bodyPr/>
                    <a:lstStyle/>
                    <a:p>
                      <a:pPr algn="l">
                        <a:spcAft>
                          <a:spcPts val="0"/>
                        </a:spcAft>
                      </a:pPr>
                      <a:r>
                        <a:rPr lang="en-GB" sz="1600" dirty="0">
                          <a:latin typeface="Arial"/>
                          <a:cs typeface="Arial"/>
                        </a:rPr>
                        <a:t>What differences has the web made to software engineering?</a:t>
                      </a:r>
                      <a:endParaRPr lang="en-GB" sz="1600" dirty="0">
                        <a:solidFill>
                          <a:srgbClr val="000000"/>
                        </a:solidFill>
                        <a:latin typeface="Arial"/>
                        <a:ea typeface="Times New Roman"/>
                        <a:cs typeface="Arial"/>
                      </a:endParaRPr>
                    </a:p>
                  </a:txBody>
                  <a:tcPr marL="73025" marR="73025" marT="0" marB="68580"/>
                </a:tc>
                <a:tc>
                  <a:txBody>
                    <a:bodyPr/>
                    <a:lstStyle/>
                    <a:p>
                      <a:pPr algn="l">
                        <a:spcAft>
                          <a:spcPts val="0"/>
                        </a:spcAft>
                      </a:pPr>
                      <a:r>
                        <a:rPr lang="en-GB" sz="16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6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a:t>
            </a:r>
          </a:p>
          <a:p>
            <a:pPr lvl="1"/>
            <a:r>
              <a:rPr lang="en-US" dirty="0"/>
              <a:t>Stand-alone systems marketed and sold to customers</a:t>
            </a:r>
          </a:p>
          <a:p>
            <a:pPr lvl="1"/>
            <a:r>
              <a:rPr lang="en-US" dirty="0"/>
              <a:t>e.g. PC software such as graphics programs, project management tools; CAD software; software for specific markets such as appointments systems for dentists</a:t>
            </a:r>
          </a:p>
          <a:p>
            <a:r>
              <a:rPr lang="en-US" dirty="0" err="1"/>
              <a:t>Customised</a:t>
            </a:r>
            <a:r>
              <a:rPr lang="en-US" dirty="0"/>
              <a:t> (Bespoke)</a:t>
            </a:r>
          </a:p>
          <a:p>
            <a:pPr lvl="1"/>
            <a:r>
              <a:rPr lang="en-US" dirty="0"/>
              <a:t>Commissioned by a specific customer to meet their needs</a:t>
            </a:r>
          </a:p>
          <a:p>
            <a:pPr lvl="1"/>
            <a:r>
              <a:rPr lang="en-US" dirty="0"/>
              <a:t>e.g.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a:t>
            </a:r>
          </a:p>
          <a:p>
            <a:pPr lvl="1"/>
            <a:r>
              <a:rPr lang="en-US" dirty="0"/>
              <a:t>Specification of what the software should do is owned by the software developer and decisions on software change are made by the developer</a:t>
            </a:r>
          </a:p>
          <a:p>
            <a:r>
              <a:rPr lang="en-US" dirty="0" err="1"/>
              <a:t>Customised</a:t>
            </a:r>
            <a:r>
              <a:rPr lang="en-US" dirty="0"/>
              <a:t> (Bespoke)</a:t>
            </a:r>
          </a:p>
          <a:p>
            <a:pPr lvl="1"/>
            <a:r>
              <a:rPr lang="en-US" dirty="0"/>
              <a:t>Specification of what the software should do is owned by the customer for the software and they make decisions on software changes that are required.</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Attributes of Good Software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39617669"/>
              </p:ext>
            </p:extLst>
          </p:nvPr>
        </p:nvGraphicFramePr>
        <p:xfrm>
          <a:off x="457200" y="1601153"/>
          <a:ext cx="8229600" cy="4764587"/>
        </p:xfrm>
        <a:graphic>
          <a:graphicData uri="http://schemas.openxmlformats.org/drawingml/2006/table">
            <a:tbl>
              <a:tblPr firstRow="1" bandRow="1">
                <a:tableStyleId>{B301B821-A1FF-4177-AEE7-76D212191A09}</a:tableStyleId>
              </a:tblPr>
              <a:tblGrid>
                <a:gridCol w="2344192">
                  <a:extLst>
                    <a:ext uri="{9D8B030D-6E8A-4147-A177-3AD203B41FA5}">
                      <a16:colId xmlns:a16="http://schemas.microsoft.com/office/drawing/2014/main" val="20000"/>
                    </a:ext>
                  </a:extLst>
                </a:gridCol>
                <a:gridCol w="5885408">
                  <a:extLst>
                    <a:ext uri="{9D8B030D-6E8A-4147-A177-3AD203B41FA5}">
                      <a16:colId xmlns:a16="http://schemas.microsoft.com/office/drawing/2014/main" val="20001"/>
                    </a:ext>
                  </a:extLst>
                </a:gridCol>
              </a:tblGrid>
              <a:tr h="497387">
                <a:tc>
                  <a:txBody>
                    <a:bodyPr/>
                    <a:lstStyle/>
                    <a:p>
                      <a:pPr algn="just">
                        <a:spcAft>
                          <a:spcPts val="0"/>
                        </a:spcAft>
                      </a:pPr>
                      <a:r>
                        <a:rPr lang="en-GB" sz="1600" dirty="0">
                          <a:latin typeface="Arial"/>
                          <a:cs typeface="Arial"/>
                        </a:rPr>
                        <a:t>Product Characteristic</a:t>
                      </a:r>
                      <a:endParaRPr lang="en-GB" sz="16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600" dirty="0">
                          <a:latin typeface="Arial"/>
                          <a:cs typeface="Arial"/>
                        </a:rPr>
                        <a:t>Description</a:t>
                      </a:r>
                      <a:endParaRPr lang="en-GB" sz="16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l">
                        <a:spcAft>
                          <a:spcPts val="0"/>
                        </a:spcAft>
                      </a:pPr>
                      <a:r>
                        <a:rPr lang="en-GB" sz="1600" dirty="0">
                          <a:latin typeface="Arial"/>
                          <a:cs typeface="Arial"/>
                        </a:rPr>
                        <a:t>Maintainability</a:t>
                      </a:r>
                      <a:endParaRPr lang="en-GB" sz="1600" dirty="0">
                        <a:solidFill>
                          <a:srgbClr val="000000"/>
                        </a:solidFill>
                        <a:latin typeface="Arial"/>
                        <a:ea typeface="Times New Roman"/>
                        <a:cs typeface="Arial"/>
                      </a:endParaRPr>
                    </a:p>
                  </a:txBody>
                  <a:tcPr marL="54610" marR="54610" marT="0" marB="91440"/>
                </a:tc>
                <a:tc>
                  <a:txBody>
                    <a:bodyPr/>
                    <a:lstStyle/>
                    <a:p>
                      <a:pPr algn="l">
                        <a:spcAft>
                          <a:spcPts val="0"/>
                        </a:spcAft>
                      </a:pPr>
                      <a:r>
                        <a:rPr lang="en-GB" sz="1600" dirty="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600" dirty="0">
                          <a:latin typeface="Arial"/>
                          <a:cs typeface="Arial"/>
                        </a:rPr>
                        <a:t>Dependability &amp; Security</a:t>
                      </a:r>
                      <a:endParaRPr lang="en-GB" sz="1600" dirty="0">
                        <a:solidFill>
                          <a:srgbClr val="000000"/>
                        </a:solidFill>
                        <a:latin typeface="Arial"/>
                        <a:ea typeface="Times New Roman"/>
                        <a:cs typeface="Arial"/>
                      </a:endParaRPr>
                    </a:p>
                  </a:txBody>
                  <a:tcPr marL="54610" marR="54610" marT="0" marB="91440"/>
                </a:tc>
                <a:tc>
                  <a:txBody>
                    <a:bodyPr/>
                    <a:lstStyle/>
                    <a:p>
                      <a:pPr algn="l">
                        <a:spcAft>
                          <a:spcPts val="0"/>
                        </a:spcAft>
                      </a:pPr>
                      <a:r>
                        <a:rPr lang="en-GB" sz="1600" dirty="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l">
                        <a:spcAft>
                          <a:spcPts val="0"/>
                        </a:spcAft>
                      </a:pPr>
                      <a:r>
                        <a:rPr lang="en-GB" sz="1600">
                          <a:latin typeface="Arial"/>
                          <a:cs typeface="Arial"/>
                        </a:rPr>
                        <a:t>Efficiency</a:t>
                      </a:r>
                      <a:endParaRPr lang="en-GB" sz="1600">
                        <a:solidFill>
                          <a:srgbClr val="000000"/>
                        </a:solidFill>
                        <a:latin typeface="Arial"/>
                        <a:ea typeface="Times New Roman"/>
                        <a:cs typeface="Arial"/>
                      </a:endParaRPr>
                    </a:p>
                  </a:txBody>
                  <a:tcPr marL="54610" marR="54610" marT="0" marB="91440"/>
                </a:tc>
                <a:tc>
                  <a:txBody>
                    <a:bodyPr/>
                    <a:lstStyle/>
                    <a:p>
                      <a:pPr algn="l">
                        <a:spcAft>
                          <a:spcPts val="0"/>
                        </a:spcAft>
                      </a:pPr>
                      <a:r>
                        <a:rPr lang="en-GB" sz="1600" dirty="0">
                          <a:latin typeface="Arial"/>
                          <a:cs typeface="Arial"/>
                        </a:rPr>
                        <a:t>Software should not make wasteful use of system resources such as memory and processor cycles. Efficiency therefore includes responsiveness, processing time, memory utilisation, etc.</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l">
                        <a:spcAft>
                          <a:spcPts val="0"/>
                        </a:spcAft>
                      </a:pPr>
                      <a:r>
                        <a:rPr lang="en-GB" sz="1600" dirty="0">
                          <a:latin typeface="Arial"/>
                          <a:cs typeface="Arial"/>
                        </a:rPr>
                        <a:t>Acceptability</a:t>
                      </a:r>
                      <a:endParaRPr lang="en-GB" sz="1600" dirty="0">
                        <a:solidFill>
                          <a:srgbClr val="000000"/>
                        </a:solidFill>
                        <a:latin typeface="Arial"/>
                        <a:ea typeface="Times New Roman"/>
                        <a:cs typeface="Arial"/>
                      </a:endParaRPr>
                    </a:p>
                  </a:txBody>
                  <a:tcPr marL="54610" marR="54610" marT="0" marB="91440"/>
                </a:tc>
                <a:tc>
                  <a:txBody>
                    <a:bodyPr/>
                    <a:lstStyle/>
                    <a:p>
                      <a:pPr algn="l">
                        <a:spcAft>
                          <a:spcPts val="0"/>
                        </a:spcAft>
                      </a:pPr>
                      <a:r>
                        <a:rPr lang="en-GB" sz="1600" dirty="0">
                          <a:latin typeface="Arial"/>
                          <a:cs typeface="Arial"/>
                        </a:rPr>
                        <a:t>Software must be acceptable to the type of users for which it is designed. This means that it must be understandable, usable and compatible with other systems that they use. </a:t>
                      </a:r>
                      <a:endParaRPr lang="en-GB" sz="16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8" name="Slide Number Placeholder 7"/>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1156A0EB-CF72-4883-96C8-5DCD2EEBE633}"/>
              </a:ext>
            </a:extLst>
          </p:cNvPr>
          <p:cNvSpPr>
            <a:spLocks noGrp="1" noChangeArrowheads="1"/>
          </p:cNvSpPr>
          <p:nvPr>
            <p:ph type="title"/>
          </p:nvPr>
        </p:nvSpPr>
        <p:spPr>
          <a:xfrm>
            <a:off x="457199" y="274638"/>
            <a:ext cx="8201025" cy="1143000"/>
          </a:xfrm>
        </p:spPr>
        <p:txBody>
          <a:bodyPr/>
          <a:lstStyle/>
          <a:p>
            <a:r>
              <a:rPr lang="en-US" altLang="en-US" dirty="0">
                <a:ea typeface="ＭＳ Ｐゴシック" panose="020B0600070205080204" pitchFamily="34" charset="-128"/>
              </a:rPr>
              <a:t>Software Development is Not Just  Writing Code</a:t>
            </a:r>
          </a:p>
        </p:txBody>
      </p:sp>
      <p:sp>
        <p:nvSpPr>
          <p:cNvPr id="50179" name="Rectangle 7">
            <a:extLst>
              <a:ext uri="{FF2B5EF4-FFF2-40B4-BE49-F238E27FC236}">
                <a16:creationId xmlns:a16="http://schemas.microsoft.com/office/drawing/2014/main" id="{39834856-E090-419A-A2BF-21ECF22C245A}"/>
              </a:ext>
            </a:extLst>
          </p:cNvPr>
          <p:cNvSpPr>
            <a:spLocks noGrp="1" noChangeArrowheads="1"/>
          </p:cNvSpPr>
          <p:nvPr>
            <p:ph type="body" idx="1"/>
          </p:nvPr>
        </p:nvSpPr>
        <p:spPr>
          <a:xfrm>
            <a:off x="457199" y="1619250"/>
            <a:ext cx="8229601" cy="4933950"/>
          </a:xfrm>
        </p:spPr>
        <p:txBody>
          <a:bodyPr/>
          <a:lstStyle/>
          <a:p>
            <a:pPr>
              <a:lnSpc>
                <a:spcPct val="97000"/>
              </a:lnSpc>
              <a:spcBef>
                <a:spcPts val="600"/>
              </a:spcBef>
            </a:pPr>
            <a:r>
              <a:rPr lang="en-US" altLang="en-US" dirty="0">
                <a:ea typeface="ＭＳ Ｐゴシック" panose="020B0600070205080204" pitchFamily="34" charset="-128"/>
              </a:rPr>
              <a:t>It is problem solving</a:t>
            </a:r>
          </a:p>
          <a:p>
            <a:pPr lvl="1">
              <a:lnSpc>
                <a:spcPct val="97000"/>
              </a:lnSpc>
              <a:spcBef>
                <a:spcPts val="600"/>
              </a:spcBef>
            </a:pPr>
            <a:r>
              <a:rPr lang="en-US" altLang="en-US" dirty="0">
                <a:ea typeface="ＭＳ Ｐゴシック" panose="020B0600070205080204" pitchFamily="34" charset="-128"/>
              </a:rPr>
              <a:t>Understanding a problem</a:t>
            </a:r>
          </a:p>
          <a:p>
            <a:pPr lvl="1">
              <a:lnSpc>
                <a:spcPct val="97000"/>
              </a:lnSpc>
              <a:spcBef>
                <a:spcPts val="600"/>
              </a:spcBef>
            </a:pPr>
            <a:r>
              <a:rPr lang="en-US" altLang="en-US" dirty="0">
                <a:ea typeface="ＭＳ Ｐゴシック" panose="020B0600070205080204" pitchFamily="34" charset="-128"/>
              </a:rPr>
              <a:t>Proposing a solution and plan</a:t>
            </a:r>
          </a:p>
          <a:p>
            <a:pPr lvl="1">
              <a:lnSpc>
                <a:spcPct val="97000"/>
              </a:lnSpc>
              <a:spcBef>
                <a:spcPts val="600"/>
              </a:spcBef>
            </a:pPr>
            <a:r>
              <a:rPr lang="en-US" altLang="en-US" dirty="0">
                <a:ea typeface="ＭＳ Ｐゴシック" panose="020B0600070205080204" pitchFamily="34" charset="-128"/>
              </a:rPr>
              <a:t>Engineering a system based on the proposed solution using a </a:t>
            </a:r>
            <a:r>
              <a:rPr lang="en-US" altLang="en-US" b="1" i="1" dirty="0">
                <a:ea typeface="ＭＳ Ｐゴシック" panose="020B0600070205080204" pitchFamily="34" charset="-128"/>
              </a:rPr>
              <a:t>good </a:t>
            </a:r>
            <a:r>
              <a:rPr lang="en-US" altLang="en-US" dirty="0">
                <a:ea typeface="ＭＳ Ｐゴシック" panose="020B0600070205080204" pitchFamily="34" charset="-128"/>
              </a:rPr>
              <a:t>design</a:t>
            </a:r>
          </a:p>
          <a:p>
            <a:pPr>
              <a:lnSpc>
                <a:spcPct val="97000"/>
              </a:lnSpc>
              <a:spcBef>
                <a:spcPts val="600"/>
              </a:spcBef>
            </a:pPr>
            <a:r>
              <a:rPr lang="en-US" altLang="en-US" dirty="0">
                <a:ea typeface="ＭＳ Ｐゴシック" panose="020B0600070205080204" pitchFamily="34" charset="-128"/>
              </a:rPr>
              <a:t>It is dealing with complexity</a:t>
            </a:r>
          </a:p>
          <a:p>
            <a:pPr lvl="1">
              <a:lnSpc>
                <a:spcPct val="97000"/>
              </a:lnSpc>
              <a:spcBef>
                <a:spcPts val="600"/>
              </a:spcBef>
            </a:pPr>
            <a:r>
              <a:rPr lang="en-US" altLang="en-US" dirty="0">
                <a:ea typeface="ＭＳ Ｐゴシック" panose="020B0600070205080204" pitchFamily="34" charset="-128"/>
              </a:rPr>
              <a:t>Creating abstractions and models</a:t>
            </a:r>
          </a:p>
          <a:p>
            <a:pPr>
              <a:lnSpc>
                <a:spcPct val="97000"/>
              </a:lnSpc>
              <a:spcBef>
                <a:spcPts val="600"/>
              </a:spcBef>
            </a:pPr>
            <a:r>
              <a:rPr lang="en-US" altLang="en-US" dirty="0">
                <a:ea typeface="ＭＳ Ｐゴシック" panose="020B0600070205080204" pitchFamily="34" charset="-128"/>
              </a:rPr>
              <a:t>It is knowledge management</a:t>
            </a:r>
          </a:p>
          <a:p>
            <a:pPr lvl="1">
              <a:lnSpc>
                <a:spcPct val="97000"/>
              </a:lnSpc>
              <a:spcBef>
                <a:spcPts val="600"/>
              </a:spcBef>
            </a:pPr>
            <a:r>
              <a:rPr lang="en-US" altLang="en-US" dirty="0">
                <a:ea typeface="ＭＳ Ｐゴシック" panose="020B0600070205080204" pitchFamily="34" charset="-128"/>
              </a:rPr>
              <a:t>Requirements elicitation, analysis, design, &amp; validation</a:t>
            </a:r>
          </a:p>
          <a:p>
            <a:pPr>
              <a:lnSpc>
                <a:spcPct val="97000"/>
              </a:lnSpc>
              <a:spcBef>
                <a:spcPts val="600"/>
              </a:spcBef>
            </a:pPr>
            <a:r>
              <a:rPr lang="en-US" altLang="en-US" dirty="0">
                <a:ea typeface="ＭＳ Ｐゴシック" panose="020B0600070205080204" pitchFamily="34" charset="-128"/>
              </a:rPr>
              <a:t>It is rationale management</a:t>
            </a:r>
          </a:p>
          <a:p>
            <a:pPr lvl="1">
              <a:lnSpc>
                <a:spcPct val="97000"/>
              </a:lnSpc>
              <a:spcBef>
                <a:spcPts val="600"/>
              </a:spcBef>
            </a:pPr>
            <a:r>
              <a:rPr lang="en-US" altLang="en-US" dirty="0">
                <a:ea typeface="ＭＳ Ｐゴシック" panose="020B0600070205080204" pitchFamily="34" charset="-128"/>
              </a:rPr>
              <a:t>Design decisions need to be known by all stakeholders</a:t>
            </a:r>
          </a:p>
        </p:txBody>
      </p:sp>
      <p:pic>
        <p:nvPicPr>
          <p:cNvPr id="50183" name="Bild 10">
            <a:extLst>
              <a:ext uri="{FF2B5EF4-FFF2-40B4-BE49-F238E27FC236}">
                <a16:creationId xmlns:a16="http://schemas.microsoft.com/office/drawing/2014/main" id="{87249B0D-FED6-4E41-A96F-FE47B58D66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41469" y="1619250"/>
            <a:ext cx="990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Bild 11">
            <a:extLst>
              <a:ext uri="{FF2B5EF4-FFF2-40B4-BE49-F238E27FC236}">
                <a16:creationId xmlns:a16="http://schemas.microsoft.com/office/drawing/2014/main" id="{AAF3042B-71B8-43AE-8E05-43C5C513033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941469" y="3529013"/>
            <a:ext cx="990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5" name="Bild 12">
            <a:extLst>
              <a:ext uri="{FF2B5EF4-FFF2-40B4-BE49-F238E27FC236}">
                <a16:creationId xmlns:a16="http://schemas.microsoft.com/office/drawing/2014/main" id="{076894A6-43F4-465E-962F-DB07E7863AE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954169" y="5438775"/>
            <a:ext cx="965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2713705"/>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2F5F6-5E8E-8D21-57CF-7F575C108DE7}"/>
              </a:ext>
            </a:extLst>
          </p:cNvPr>
          <p:cNvSpPr>
            <a:spLocks noGrp="1"/>
          </p:cNvSpPr>
          <p:nvPr>
            <p:ph type="title"/>
          </p:nvPr>
        </p:nvSpPr>
        <p:spPr/>
        <p:txBody>
          <a:bodyPr/>
          <a:lstStyle/>
          <a:p>
            <a:r>
              <a:rPr lang="en-AU" dirty="0"/>
              <a:t>Software &amp; Creativity</a:t>
            </a:r>
          </a:p>
        </p:txBody>
      </p:sp>
      <p:sp>
        <p:nvSpPr>
          <p:cNvPr id="3" name="Content Placeholder 2">
            <a:extLst>
              <a:ext uri="{FF2B5EF4-FFF2-40B4-BE49-F238E27FC236}">
                <a16:creationId xmlns:a16="http://schemas.microsoft.com/office/drawing/2014/main" id="{781D0CD3-7D4A-A8CD-9237-EF47077DFEDD}"/>
              </a:ext>
            </a:extLst>
          </p:cNvPr>
          <p:cNvSpPr>
            <a:spLocks noGrp="1"/>
          </p:cNvSpPr>
          <p:nvPr>
            <p:ph idx="1"/>
          </p:nvPr>
        </p:nvSpPr>
        <p:spPr/>
        <p:txBody>
          <a:bodyPr/>
          <a:lstStyle/>
          <a:p>
            <a:r>
              <a:rPr lang="en-US" altLang="en-US" dirty="0">
                <a:sym typeface="Wingdings" panose="05000000000000000000" pitchFamily="2" charset="2"/>
              </a:rPr>
              <a:t>Software development is a </a:t>
            </a:r>
            <a:r>
              <a:rPr lang="en-US" altLang="en-US" i="1" dirty="0">
                <a:sym typeface="Wingdings" panose="05000000000000000000" pitchFamily="2" charset="2"/>
              </a:rPr>
              <a:t>creative act</a:t>
            </a:r>
          </a:p>
          <a:p>
            <a:pPr lvl="1">
              <a:spcBef>
                <a:spcPts val="600"/>
              </a:spcBef>
            </a:pPr>
            <a:r>
              <a:rPr lang="en-US" altLang="en-US" dirty="0">
                <a:sym typeface="Wingdings" panose="05000000000000000000" pitchFamily="2" charset="2"/>
              </a:rPr>
              <a:t>not a repetitive act of manufacturing</a:t>
            </a:r>
            <a:endParaRPr lang="en-US" altLang="en-US" dirty="0"/>
          </a:p>
          <a:p>
            <a:pPr>
              <a:spcBef>
                <a:spcPts val="1200"/>
              </a:spcBef>
            </a:pPr>
            <a:r>
              <a:rPr lang="en-US" altLang="en-US" dirty="0">
                <a:sym typeface="Wingdings" panose="05000000000000000000" pitchFamily="2" charset="2"/>
              </a:rPr>
              <a:t>Software development </a:t>
            </a:r>
            <a:r>
              <a:rPr lang="en-US" altLang="en-US" b="1" dirty="0">
                <a:sym typeface="Wingdings" panose="05000000000000000000" pitchFamily="2" charset="2"/>
              </a:rPr>
              <a:t>invariants</a:t>
            </a:r>
            <a:r>
              <a:rPr lang="en-US" altLang="en-US" dirty="0">
                <a:sym typeface="Wingdings" panose="05000000000000000000" pitchFamily="2" charset="2"/>
              </a:rPr>
              <a:t> (</a:t>
            </a:r>
            <a:r>
              <a:rPr lang="en-US" altLang="en-US" i="1" dirty="0">
                <a:sym typeface="Wingdings" panose="05000000000000000000" pitchFamily="2" charset="2"/>
              </a:rPr>
              <a:t>constants</a:t>
            </a:r>
            <a:r>
              <a:rPr lang="en-US" altLang="en-US" dirty="0">
                <a:sym typeface="Wingdings" panose="05000000000000000000" pitchFamily="2" charset="2"/>
              </a:rPr>
              <a:t>)</a:t>
            </a:r>
            <a:endParaRPr lang="en-US" altLang="en-US" dirty="0"/>
          </a:p>
          <a:p>
            <a:pPr lvl="1">
              <a:spcBef>
                <a:spcPts val="600"/>
              </a:spcBef>
            </a:pPr>
            <a:r>
              <a:rPr lang="en-US" altLang="en-US" dirty="0"/>
              <a:t>complexity</a:t>
            </a:r>
          </a:p>
          <a:p>
            <a:pPr lvl="1">
              <a:spcBef>
                <a:spcPts val="600"/>
              </a:spcBef>
            </a:pPr>
            <a:r>
              <a:rPr lang="en-US" altLang="en-US" dirty="0"/>
              <a:t>conformity</a:t>
            </a:r>
          </a:p>
          <a:p>
            <a:pPr lvl="1">
              <a:spcBef>
                <a:spcPts val="600"/>
              </a:spcBef>
            </a:pPr>
            <a:r>
              <a:rPr lang="en-US" altLang="en-US" dirty="0"/>
              <a:t>changeability</a:t>
            </a:r>
          </a:p>
          <a:p>
            <a:pPr lvl="1">
              <a:spcBef>
                <a:spcPts val="600"/>
              </a:spcBef>
            </a:pPr>
            <a:r>
              <a:rPr lang="en-US" altLang="en-US" dirty="0"/>
              <a:t>invisibility</a:t>
            </a:r>
          </a:p>
          <a:p>
            <a:pPr>
              <a:spcBef>
                <a:spcPts val="1200"/>
              </a:spcBef>
            </a:pPr>
            <a:r>
              <a:rPr lang="en-US" altLang="en-US" dirty="0"/>
              <a:t>No ‘silver bullets’</a:t>
            </a:r>
            <a:endParaRPr lang="en-AU" dirty="0"/>
          </a:p>
        </p:txBody>
      </p:sp>
      <p:sp>
        <p:nvSpPr>
          <p:cNvPr id="4" name="Footer Placeholder 3">
            <a:extLst>
              <a:ext uri="{FF2B5EF4-FFF2-40B4-BE49-F238E27FC236}">
                <a16:creationId xmlns:a16="http://schemas.microsoft.com/office/drawing/2014/main" id="{646178AF-9928-4858-4397-CF8274F2F05B}"/>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15B54D0B-88DF-9CED-DC51-0468318F1068}"/>
              </a:ext>
            </a:extLst>
          </p:cNvPr>
          <p:cNvSpPr>
            <a:spLocks noGrp="1"/>
          </p:cNvSpPr>
          <p:nvPr>
            <p:ph type="sldNum" sz="quarter" idx="12"/>
          </p:nvPr>
        </p:nvSpPr>
        <p:spPr/>
        <p:txBody>
          <a:bodyPr/>
          <a:lstStyle/>
          <a:p>
            <a:fld id="{1D5CD492-2BC6-F348-9965-EC1D86DF57A8}" type="slidenum">
              <a:rPr lang="en-US" smtClean="0"/>
              <a:t>20</a:t>
            </a:fld>
            <a:endParaRPr lang="en-US"/>
          </a:p>
        </p:txBody>
      </p:sp>
    </p:spTree>
    <p:extLst>
      <p:ext uri="{BB962C8B-B14F-4D97-AF65-F5344CB8AC3E}">
        <p14:creationId xmlns:p14="http://schemas.microsoft.com/office/powerpoint/2010/main" val="4262867713"/>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An engineering discipline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a:t>
            </a:r>
            <a:r>
              <a:rPr lang="en-US" dirty="0" err="1"/>
              <a:t>organisational</a:t>
            </a:r>
            <a:r>
              <a:rPr lang="en-US" dirty="0"/>
              <a:t>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Individuals and society rely on software systems</a:t>
            </a:r>
          </a:p>
          <a:p>
            <a:pPr lvl="1"/>
            <a:r>
              <a:rPr lang="en-GB" dirty="0"/>
              <a:t>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a:t>
            </a:r>
          </a:p>
          <a:p>
            <a:pPr lvl="1"/>
            <a:r>
              <a:rPr lang="en-GB" dirty="0"/>
              <a:t>For many systems, changing the software after it has gone into use is the largest part of the cost</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180DA70-D653-4EED-879B-AE662C6FA264}" type="slidenum">
              <a:rPr lang="en-AU" altLang="en-US"/>
              <a:pPr>
                <a:defRPr/>
              </a:pPr>
              <a:t>23</a:t>
            </a:fld>
            <a:endParaRPr lang="en-AU" altLang="en-US"/>
          </a:p>
        </p:txBody>
      </p:sp>
      <p:sp>
        <p:nvSpPr>
          <p:cNvPr id="491522" name="Rectangle 2"/>
          <p:cNvSpPr>
            <a:spLocks noGrp="1" noChangeArrowheads="1"/>
          </p:cNvSpPr>
          <p:nvPr>
            <p:ph type="title"/>
          </p:nvPr>
        </p:nvSpPr>
        <p:spPr/>
        <p:txBody>
          <a:bodyPr/>
          <a:lstStyle/>
          <a:p>
            <a:pPr>
              <a:defRPr/>
            </a:pPr>
            <a:r>
              <a:rPr lang="en-US" altLang="en-US" dirty="0"/>
              <a:t>Software Engineering Process </a:t>
            </a:r>
          </a:p>
        </p:txBody>
      </p:sp>
      <p:sp>
        <p:nvSpPr>
          <p:cNvPr id="18438" name="Rectangle 3"/>
          <p:cNvSpPr>
            <a:spLocks noGrp="1" noChangeArrowheads="1"/>
          </p:cNvSpPr>
          <p:nvPr>
            <p:ph type="body" idx="1"/>
          </p:nvPr>
        </p:nvSpPr>
        <p:spPr/>
        <p:txBody>
          <a:bodyPr/>
          <a:lstStyle/>
          <a:p>
            <a:r>
              <a:rPr lang="en-GB" altLang="en-US" dirty="0"/>
              <a:t>Structured set of activities followed to develop a software system</a:t>
            </a:r>
            <a:endParaRPr lang="en-US" altLang="en-US" dirty="0"/>
          </a:p>
          <a:p>
            <a:pPr lvl="1"/>
            <a:r>
              <a:rPr lang="en-US" altLang="en-US" sz="2200" dirty="0"/>
              <a:t>States an order for carrying out activities</a:t>
            </a:r>
          </a:p>
          <a:p>
            <a:pPr lvl="1"/>
            <a:r>
              <a:rPr lang="en-US" altLang="en-US" sz="2200" dirty="0"/>
              <a:t>Specifies what development artifacts are to be delivered and when</a:t>
            </a:r>
          </a:p>
          <a:p>
            <a:pPr lvl="1"/>
            <a:r>
              <a:rPr lang="en-US" altLang="en-US" sz="2200" dirty="0"/>
              <a:t>Assigns activities and artifacts to developers</a:t>
            </a:r>
          </a:p>
          <a:p>
            <a:pPr lvl="1"/>
            <a:r>
              <a:rPr lang="en-US" altLang="en-US" sz="2200" dirty="0"/>
              <a:t>Offers criteria for monitoring a project’s progress, for measuring the outcomes, and for planning future projects</a:t>
            </a:r>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BB43E94-1904-4BF5-BD8E-363D50833B6C}"/>
              </a:ext>
            </a:extLst>
          </p:cNvPr>
          <p:cNvSpPr>
            <a:spLocks noGrp="1" noChangeArrowheads="1"/>
          </p:cNvSpPr>
          <p:nvPr>
            <p:ph type="title"/>
          </p:nvPr>
        </p:nvSpPr>
        <p:spPr/>
        <p:txBody>
          <a:bodyPr/>
          <a:lstStyle/>
          <a:p>
            <a:r>
              <a:rPr lang="en-US" altLang="en-US" dirty="0">
                <a:ea typeface="ＭＳ Ｐゴシック" panose="020B0600070205080204" pitchFamily="34" charset="-128"/>
              </a:rPr>
              <a:t>Techniques, Methodologies and Tools</a:t>
            </a:r>
          </a:p>
        </p:txBody>
      </p:sp>
      <p:sp>
        <p:nvSpPr>
          <p:cNvPr id="53251" name="Rectangle 3">
            <a:extLst>
              <a:ext uri="{FF2B5EF4-FFF2-40B4-BE49-F238E27FC236}">
                <a16:creationId xmlns:a16="http://schemas.microsoft.com/office/drawing/2014/main" id="{217269AC-6FAF-4320-95D9-E07260862264}"/>
              </a:ext>
            </a:extLst>
          </p:cNvPr>
          <p:cNvSpPr>
            <a:spLocks noGrp="1" noChangeArrowheads="1"/>
          </p:cNvSpPr>
          <p:nvPr>
            <p:ph type="body" idx="1"/>
          </p:nvPr>
        </p:nvSpPr>
        <p:spPr>
          <a:xfrm>
            <a:off x="533400" y="1600200"/>
            <a:ext cx="8039100" cy="4495800"/>
          </a:xfrm>
        </p:spPr>
        <p:txBody>
          <a:bodyPr/>
          <a:lstStyle/>
          <a:p>
            <a:pPr>
              <a:lnSpc>
                <a:spcPct val="100000"/>
              </a:lnSpc>
              <a:spcBef>
                <a:spcPts val="600"/>
              </a:spcBef>
            </a:pPr>
            <a:r>
              <a:rPr lang="en-US" altLang="en-US" dirty="0">
                <a:ea typeface="ＭＳ Ｐゴシック" panose="020B0600070205080204" pitchFamily="34" charset="-128"/>
              </a:rPr>
              <a:t>Techniques</a:t>
            </a:r>
          </a:p>
          <a:p>
            <a:pPr lvl="1">
              <a:lnSpc>
                <a:spcPct val="100000"/>
              </a:lnSpc>
              <a:spcBef>
                <a:spcPts val="600"/>
              </a:spcBef>
            </a:pPr>
            <a:r>
              <a:rPr lang="en-US" altLang="en-US" dirty="0">
                <a:ea typeface="ＭＳ Ｐゴシック" panose="020B0600070205080204" pitchFamily="34" charset="-128"/>
              </a:rPr>
              <a:t>Formal procedures for producing results using some well-defined notation</a:t>
            </a:r>
          </a:p>
          <a:p>
            <a:pPr>
              <a:lnSpc>
                <a:spcPct val="100000"/>
              </a:lnSpc>
              <a:spcBef>
                <a:spcPts val="1200"/>
              </a:spcBef>
            </a:pPr>
            <a:r>
              <a:rPr lang="en-US" altLang="en-US" dirty="0">
                <a:ea typeface="ＭＳ Ｐゴシック" panose="020B0600070205080204" pitchFamily="34" charset="-128"/>
              </a:rPr>
              <a:t>Methodologies</a:t>
            </a:r>
          </a:p>
          <a:p>
            <a:pPr lvl="1">
              <a:lnSpc>
                <a:spcPct val="100000"/>
              </a:lnSpc>
              <a:spcBef>
                <a:spcPts val="600"/>
              </a:spcBef>
            </a:pPr>
            <a:r>
              <a:rPr lang="en-US" altLang="en-US" dirty="0">
                <a:ea typeface="ＭＳ Ｐゴシック" panose="020B0600070205080204" pitchFamily="34" charset="-128"/>
              </a:rPr>
              <a:t>Collection of techniques applied across software development and unified by a philosophical approach</a:t>
            </a:r>
          </a:p>
          <a:p>
            <a:pPr>
              <a:lnSpc>
                <a:spcPct val="100000"/>
              </a:lnSpc>
              <a:spcBef>
                <a:spcPts val="1200"/>
              </a:spcBef>
            </a:pPr>
            <a:r>
              <a:rPr lang="en-US" altLang="en-US" dirty="0">
                <a:ea typeface="ＭＳ Ｐゴシック" panose="020B0600070205080204" pitchFamily="34" charset="-128"/>
              </a:rPr>
              <a:t>Tools</a:t>
            </a:r>
          </a:p>
          <a:p>
            <a:pPr lvl="1">
              <a:lnSpc>
                <a:spcPct val="100000"/>
              </a:lnSpc>
              <a:spcBef>
                <a:spcPts val="600"/>
              </a:spcBef>
            </a:pPr>
            <a:r>
              <a:rPr lang="en-US" altLang="en-US" dirty="0">
                <a:ea typeface="ＭＳ Ｐゴシック" panose="020B0600070205080204" pitchFamily="34" charset="-128"/>
              </a:rPr>
              <a:t>Instruments or automated systems to accomplish a technique</a:t>
            </a:r>
          </a:p>
          <a:p>
            <a:pPr lvl="1">
              <a:lnSpc>
                <a:spcPct val="100000"/>
              </a:lnSpc>
              <a:spcBef>
                <a:spcPts val="600"/>
              </a:spcBef>
            </a:pPr>
            <a:r>
              <a:rPr lang="en-US" altLang="en-US" dirty="0">
                <a:ea typeface="ＭＳ Ｐゴシック" panose="020B0600070205080204" pitchFamily="34" charset="-128"/>
              </a:rPr>
              <a:t>Interactive Development Environment (IDE)</a:t>
            </a:r>
          </a:p>
          <a:p>
            <a:pPr lvl="1">
              <a:lnSpc>
                <a:spcPct val="100000"/>
              </a:lnSpc>
              <a:spcBef>
                <a:spcPts val="600"/>
              </a:spcBef>
            </a:pPr>
            <a:r>
              <a:rPr lang="en-US" altLang="en-US" dirty="0">
                <a:ea typeface="ＭＳ Ｐゴシック" panose="020B0600070205080204" pitchFamily="34" charset="-128"/>
              </a:rPr>
              <a:t>Generative AI tools &amp; agents</a:t>
            </a:r>
          </a:p>
        </p:txBody>
      </p:sp>
    </p:spTree>
    <p:extLst>
      <p:ext uri="{BB962C8B-B14F-4D97-AF65-F5344CB8AC3E}">
        <p14:creationId xmlns:p14="http://schemas.microsoft.com/office/powerpoint/2010/main" val="3401364029"/>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dirty="0"/>
              <a:t>Specification: Customers and engineers define the software to be produced and its operating constraints</a:t>
            </a:r>
          </a:p>
          <a:p>
            <a:r>
              <a:rPr lang="en-GB" dirty="0"/>
              <a:t>Development: Software is designed and programmed</a:t>
            </a:r>
          </a:p>
          <a:p>
            <a:r>
              <a:rPr lang="en-GB" dirty="0"/>
              <a:t>Validation: Software is checked to ensure that it is what the customer requires</a:t>
            </a:r>
          </a:p>
          <a:p>
            <a:r>
              <a:rPr lang="en-GB" dirty="0"/>
              <a:t>Evolution: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6D65D-0382-4522-A1B5-A9D83004F07E}"/>
              </a:ext>
            </a:extLst>
          </p:cNvPr>
          <p:cNvSpPr>
            <a:spLocks noGrp="1"/>
          </p:cNvSpPr>
          <p:nvPr>
            <p:ph type="title"/>
          </p:nvPr>
        </p:nvSpPr>
        <p:spPr/>
        <p:txBody>
          <a:bodyPr/>
          <a:lstStyle/>
          <a:p>
            <a:r>
              <a:rPr lang="en-AU" dirty="0"/>
              <a:t>Software Engineering Practice</a:t>
            </a:r>
          </a:p>
        </p:txBody>
      </p:sp>
      <p:sp>
        <p:nvSpPr>
          <p:cNvPr id="3" name="Content Placeholder 2">
            <a:extLst>
              <a:ext uri="{FF2B5EF4-FFF2-40B4-BE49-F238E27FC236}">
                <a16:creationId xmlns:a16="http://schemas.microsoft.com/office/drawing/2014/main" id="{00C82306-149C-E149-3410-E90E73DA329B}"/>
              </a:ext>
            </a:extLst>
          </p:cNvPr>
          <p:cNvSpPr>
            <a:spLocks noGrp="1"/>
          </p:cNvSpPr>
          <p:nvPr>
            <p:ph idx="1"/>
          </p:nvPr>
        </p:nvSpPr>
        <p:spPr/>
        <p:txBody>
          <a:bodyPr/>
          <a:lstStyle/>
          <a:p>
            <a:pPr marL="403200" lvl="2" indent="-403200">
              <a:spcBef>
                <a:spcPts val="1000"/>
              </a:spcBef>
              <a:spcAft>
                <a:spcPts val="0"/>
              </a:spcAft>
              <a:buFont typeface="+mj-lt"/>
              <a:buAutoNum type="arabicPeriod"/>
            </a:pPr>
            <a:r>
              <a:rPr lang="en-US" altLang="en-US" sz="2400" dirty="0">
                <a:solidFill>
                  <a:schemeClr val="tx1"/>
                </a:solidFill>
                <a:cs typeface="Nirmala UI" panose="020B0502040204020203" pitchFamily="34" charset="0"/>
              </a:rPr>
              <a:t>Understand the problem</a:t>
            </a:r>
          </a:p>
          <a:p>
            <a:pPr lvl="1"/>
            <a:r>
              <a:rPr lang="en-US" altLang="en-US" dirty="0"/>
              <a:t>Communication and analysis</a:t>
            </a:r>
          </a:p>
          <a:p>
            <a:pPr marL="457200" lvl="2" indent="-457200">
              <a:spcBef>
                <a:spcPts val="1000"/>
              </a:spcBef>
              <a:spcAft>
                <a:spcPts val="0"/>
              </a:spcAft>
              <a:buFont typeface="+mj-lt"/>
              <a:buAutoNum type="arabicPeriod" startAt="2"/>
            </a:pPr>
            <a:r>
              <a:rPr lang="en-US" altLang="en-US" sz="2400" dirty="0">
                <a:solidFill>
                  <a:schemeClr val="tx1"/>
                </a:solidFill>
                <a:cs typeface="Nirmala UI" panose="020B0502040204020203" pitchFamily="34" charset="0"/>
              </a:rPr>
              <a:t>Plan a solution</a:t>
            </a:r>
          </a:p>
          <a:p>
            <a:pPr lvl="1"/>
            <a:r>
              <a:rPr lang="en-US" altLang="en-US" dirty="0"/>
              <a:t>Modeling and software design</a:t>
            </a:r>
          </a:p>
          <a:p>
            <a:pPr marL="457200" lvl="2" indent="-457200">
              <a:spcBef>
                <a:spcPts val="1000"/>
              </a:spcBef>
              <a:spcAft>
                <a:spcPts val="0"/>
              </a:spcAft>
              <a:buFont typeface="+mj-lt"/>
              <a:buAutoNum type="arabicPeriod" startAt="3"/>
            </a:pPr>
            <a:r>
              <a:rPr lang="en-US" altLang="en-US" sz="2400" dirty="0">
                <a:solidFill>
                  <a:schemeClr val="tx1"/>
                </a:solidFill>
                <a:cs typeface="Nirmala UI" panose="020B0502040204020203" pitchFamily="34" charset="0"/>
              </a:rPr>
              <a:t>Carry out the plan</a:t>
            </a:r>
          </a:p>
          <a:p>
            <a:pPr lvl="1"/>
            <a:r>
              <a:rPr lang="en-US" altLang="en-US" dirty="0"/>
              <a:t>Code generation</a:t>
            </a:r>
          </a:p>
          <a:p>
            <a:pPr marL="457200" lvl="2" indent="-457200">
              <a:spcBef>
                <a:spcPts val="1000"/>
              </a:spcBef>
              <a:spcAft>
                <a:spcPts val="0"/>
              </a:spcAft>
              <a:buFont typeface="+mj-lt"/>
              <a:buAutoNum type="arabicPeriod" startAt="4"/>
            </a:pPr>
            <a:r>
              <a:rPr lang="en-US" altLang="en-US" sz="2400" dirty="0">
                <a:solidFill>
                  <a:schemeClr val="tx1"/>
                </a:solidFill>
                <a:cs typeface="Nirmala UI" panose="020B0502040204020203" pitchFamily="34" charset="0"/>
              </a:rPr>
              <a:t>Examine result for accuracy</a:t>
            </a:r>
          </a:p>
          <a:p>
            <a:pPr lvl="1"/>
            <a:r>
              <a:rPr lang="en-US" altLang="en-US" dirty="0"/>
              <a:t>Testing &amp; quality assurance</a:t>
            </a:r>
          </a:p>
        </p:txBody>
      </p:sp>
      <p:sp>
        <p:nvSpPr>
          <p:cNvPr id="4" name="Footer Placeholder 3">
            <a:extLst>
              <a:ext uri="{FF2B5EF4-FFF2-40B4-BE49-F238E27FC236}">
                <a16:creationId xmlns:a16="http://schemas.microsoft.com/office/drawing/2014/main" id="{134ACD70-816A-F1A6-B296-089A2DF8F908}"/>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4FE41F24-DEFD-AA37-8AA9-444461567857}"/>
              </a:ext>
            </a:extLst>
          </p:cNvPr>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61562787"/>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706C-81D9-06EB-1B98-9991AA397C70}"/>
              </a:ext>
            </a:extLst>
          </p:cNvPr>
          <p:cNvSpPr>
            <a:spLocks noGrp="1"/>
          </p:cNvSpPr>
          <p:nvPr>
            <p:ph type="title"/>
          </p:nvPr>
        </p:nvSpPr>
        <p:spPr/>
        <p:txBody>
          <a:bodyPr/>
          <a:lstStyle/>
          <a:p>
            <a:r>
              <a:rPr lang="en-AU" dirty="0"/>
              <a:t>Understand the Problem</a:t>
            </a:r>
          </a:p>
        </p:txBody>
      </p:sp>
      <p:sp>
        <p:nvSpPr>
          <p:cNvPr id="3" name="Content Placeholder 2">
            <a:extLst>
              <a:ext uri="{FF2B5EF4-FFF2-40B4-BE49-F238E27FC236}">
                <a16:creationId xmlns:a16="http://schemas.microsoft.com/office/drawing/2014/main" id="{E539A466-055A-F411-E873-58EA7199F78A}"/>
              </a:ext>
            </a:extLst>
          </p:cNvPr>
          <p:cNvSpPr>
            <a:spLocks noGrp="1"/>
          </p:cNvSpPr>
          <p:nvPr>
            <p:ph idx="1"/>
          </p:nvPr>
        </p:nvSpPr>
        <p:spPr/>
        <p:txBody>
          <a:bodyPr/>
          <a:lstStyle/>
          <a:p>
            <a:r>
              <a:rPr lang="en-AU" dirty="0"/>
              <a:t>Who does it impact?</a:t>
            </a:r>
          </a:p>
          <a:p>
            <a:pPr lvl="1"/>
            <a:r>
              <a:rPr lang="en-AU" dirty="0"/>
              <a:t>Stakeholders</a:t>
            </a:r>
          </a:p>
          <a:p>
            <a:r>
              <a:rPr lang="en-AU" dirty="0"/>
              <a:t>What are the unknowns?</a:t>
            </a:r>
          </a:p>
          <a:p>
            <a:pPr lvl="1"/>
            <a:r>
              <a:rPr lang="en-AU" dirty="0"/>
              <a:t>What data, functions, and features are required to properly solve the problem?</a:t>
            </a:r>
          </a:p>
          <a:p>
            <a:r>
              <a:rPr lang="en-AU" dirty="0"/>
              <a:t>Can the problem be compartmentalised?</a:t>
            </a:r>
          </a:p>
          <a:p>
            <a:pPr lvl="1"/>
            <a:r>
              <a:rPr lang="en-AU" dirty="0"/>
              <a:t>Can it be broken into smaller problems that may be easier to understand?</a:t>
            </a:r>
          </a:p>
        </p:txBody>
      </p:sp>
      <p:sp>
        <p:nvSpPr>
          <p:cNvPr id="4" name="Footer Placeholder 3">
            <a:extLst>
              <a:ext uri="{FF2B5EF4-FFF2-40B4-BE49-F238E27FC236}">
                <a16:creationId xmlns:a16="http://schemas.microsoft.com/office/drawing/2014/main" id="{6A1D0096-B170-A82B-18B3-943AC0567883}"/>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5DE11BC8-30C7-EF86-618C-901B80294D30}"/>
              </a:ext>
            </a:extLst>
          </p:cNvPr>
          <p:cNvSpPr>
            <a:spLocks noGrp="1"/>
          </p:cNvSpPr>
          <p:nvPr>
            <p:ph type="sldNum" sz="quarter" idx="12"/>
          </p:nvPr>
        </p:nvSpPr>
        <p:spPr/>
        <p:txBody>
          <a:bodyPr/>
          <a:lstStyle/>
          <a:p>
            <a:fld id="{1D5CD492-2BC6-F348-9965-EC1D86DF57A8}" type="slidenum">
              <a:rPr lang="en-US" smtClean="0"/>
              <a:t>27</a:t>
            </a:fld>
            <a:endParaRPr lang="en-US"/>
          </a:p>
        </p:txBody>
      </p:sp>
    </p:spTree>
    <p:extLst>
      <p:ext uri="{BB962C8B-B14F-4D97-AF65-F5344CB8AC3E}">
        <p14:creationId xmlns:p14="http://schemas.microsoft.com/office/powerpoint/2010/main" val="1975187822"/>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4982A-0C63-AE67-0FF0-0D8600CA6925}"/>
              </a:ext>
            </a:extLst>
          </p:cNvPr>
          <p:cNvSpPr>
            <a:spLocks noGrp="1"/>
          </p:cNvSpPr>
          <p:nvPr>
            <p:ph type="title"/>
          </p:nvPr>
        </p:nvSpPr>
        <p:spPr/>
        <p:txBody>
          <a:bodyPr/>
          <a:lstStyle/>
          <a:p>
            <a:r>
              <a:rPr lang="en-AU" dirty="0"/>
              <a:t>Plan a Solution</a:t>
            </a:r>
          </a:p>
        </p:txBody>
      </p:sp>
      <p:sp>
        <p:nvSpPr>
          <p:cNvPr id="3" name="Content Placeholder 2">
            <a:extLst>
              <a:ext uri="{FF2B5EF4-FFF2-40B4-BE49-F238E27FC236}">
                <a16:creationId xmlns:a16="http://schemas.microsoft.com/office/drawing/2014/main" id="{5A4FF246-B100-134E-88A1-D02E4F421E0B}"/>
              </a:ext>
            </a:extLst>
          </p:cNvPr>
          <p:cNvSpPr>
            <a:spLocks noGrp="1"/>
          </p:cNvSpPr>
          <p:nvPr>
            <p:ph idx="1"/>
          </p:nvPr>
        </p:nvSpPr>
        <p:spPr/>
        <p:txBody>
          <a:bodyPr/>
          <a:lstStyle/>
          <a:p>
            <a:r>
              <a:rPr lang="en-AU" dirty="0"/>
              <a:t>Have you seen similar problems before?</a:t>
            </a:r>
          </a:p>
          <a:p>
            <a:pPr lvl="1"/>
            <a:r>
              <a:rPr lang="en-AU" dirty="0"/>
              <a:t>Are there recognisable patterns for a potential solution?</a:t>
            </a:r>
          </a:p>
          <a:p>
            <a:pPr lvl="1"/>
            <a:r>
              <a:rPr lang="en-AU" dirty="0"/>
              <a:t>Are there existing services that implement some of the data, functions, and features?</a:t>
            </a:r>
          </a:p>
          <a:p>
            <a:r>
              <a:rPr lang="en-AU" dirty="0"/>
              <a:t>Can subproblems be defined?</a:t>
            </a:r>
          </a:p>
          <a:p>
            <a:pPr lvl="1"/>
            <a:r>
              <a:rPr lang="en-AU" dirty="0"/>
              <a:t>Are there apparent solutions for the subproblems?</a:t>
            </a:r>
          </a:p>
        </p:txBody>
      </p:sp>
      <p:sp>
        <p:nvSpPr>
          <p:cNvPr id="4" name="Footer Placeholder 3">
            <a:extLst>
              <a:ext uri="{FF2B5EF4-FFF2-40B4-BE49-F238E27FC236}">
                <a16:creationId xmlns:a16="http://schemas.microsoft.com/office/drawing/2014/main" id="{62A80FD7-F131-9CDA-B1D9-BF8B730E5091}"/>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B8837421-7E1E-9CF6-8FAD-2575878AE4DF}"/>
              </a:ext>
            </a:extLst>
          </p:cNvPr>
          <p:cNvSpPr>
            <a:spLocks noGrp="1"/>
          </p:cNvSpPr>
          <p:nvPr>
            <p:ph type="sldNum" sz="quarter" idx="12"/>
          </p:nvPr>
        </p:nvSpPr>
        <p:spPr/>
        <p:txBody>
          <a:bodyPr/>
          <a:lstStyle/>
          <a:p>
            <a:fld id="{1D5CD492-2BC6-F348-9965-EC1D86DF57A8}" type="slidenum">
              <a:rPr lang="en-US" smtClean="0"/>
              <a:t>28</a:t>
            </a:fld>
            <a:endParaRPr lang="en-US"/>
          </a:p>
        </p:txBody>
      </p:sp>
    </p:spTree>
    <p:extLst>
      <p:ext uri="{BB962C8B-B14F-4D97-AF65-F5344CB8AC3E}">
        <p14:creationId xmlns:p14="http://schemas.microsoft.com/office/powerpoint/2010/main" val="764254018"/>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80BE-2211-CE92-05EC-16C6DDF9672A}"/>
              </a:ext>
            </a:extLst>
          </p:cNvPr>
          <p:cNvSpPr>
            <a:spLocks noGrp="1"/>
          </p:cNvSpPr>
          <p:nvPr>
            <p:ph type="title"/>
          </p:nvPr>
        </p:nvSpPr>
        <p:spPr/>
        <p:txBody>
          <a:bodyPr/>
          <a:lstStyle/>
          <a:p>
            <a:r>
              <a:rPr lang="en-AU" dirty="0"/>
              <a:t>Carry Out the Plan</a:t>
            </a:r>
          </a:p>
        </p:txBody>
      </p:sp>
      <p:sp>
        <p:nvSpPr>
          <p:cNvPr id="3" name="Content Placeholder 2">
            <a:extLst>
              <a:ext uri="{FF2B5EF4-FFF2-40B4-BE49-F238E27FC236}">
                <a16:creationId xmlns:a16="http://schemas.microsoft.com/office/drawing/2014/main" id="{B754824A-6ABC-3A30-3819-DD9102F50E6D}"/>
              </a:ext>
            </a:extLst>
          </p:cNvPr>
          <p:cNvSpPr>
            <a:spLocks noGrp="1"/>
          </p:cNvSpPr>
          <p:nvPr>
            <p:ph idx="1"/>
          </p:nvPr>
        </p:nvSpPr>
        <p:spPr/>
        <p:txBody>
          <a:bodyPr/>
          <a:lstStyle/>
          <a:p>
            <a:r>
              <a:rPr lang="en-AU" dirty="0"/>
              <a:t>Implement the solution</a:t>
            </a:r>
          </a:p>
          <a:p>
            <a:pPr lvl="1"/>
            <a:r>
              <a:rPr lang="en-AU" dirty="0"/>
              <a:t>Write code</a:t>
            </a:r>
          </a:p>
          <a:p>
            <a:pPr lvl="1"/>
            <a:r>
              <a:rPr lang="en-AU" dirty="0"/>
              <a:t>Use AI tools</a:t>
            </a:r>
          </a:p>
          <a:p>
            <a:r>
              <a:rPr lang="en-AU" dirty="0"/>
              <a:t>Does the solution conform to the plan?</a:t>
            </a:r>
          </a:p>
          <a:p>
            <a:pPr lvl="1"/>
            <a:r>
              <a:rPr lang="en-AU" dirty="0"/>
              <a:t>Is source code traceable to the design?</a:t>
            </a:r>
          </a:p>
          <a:p>
            <a:r>
              <a:rPr lang="en-AU" dirty="0"/>
              <a:t>Is each part of the solution provably correct?</a:t>
            </a:r>
          </a:p>
          <a:p>
            <a:pPr lvl="1"/>
            <a:r>
              <a:rPr lang="en-AU" dirty="0"/>
              <a:t>Has the design and code been reviewed?</a:t>
            </a:r>
          </a:p>
          <a:p>
            <a:pPr lvl="1"/>
            <a:r>
              <a:rPr lang="en-AU" dirty="0"/>
              <a:t>Or better, have correctness proofs been applied to algorithm?</a:t>
            </a:r>
          </a:p>
        </p:txBody>
      </p:sp>
      <p:sp>
        <p:nvSpPr>
          <p:cNvPr id="4" name="Footer Placeholder 3">
            <a:extLst>
              <a:ext uri="{FF2B5EF4-FFF2-40B4-BE49-F238E27FC236}">
                <a16:creationId xmlns:a16="http://schemas.microsoft.com/office/drawing/2014/main" id="{D7765EFF-ABF8-D352-E2F1-4BC3CA46B876}"/>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19BAA1C5-5C88-73C4-6B9A-D32DA482CC9F}"/>
              </a:ext>
            </a:extLst>
          </p:cNvPr>
          <p:cNvSpPr>
            <a:spLocks noGrp="1"/>
          </p:cNvSpPr>
          <p:nvPr>
            <p:ph type="sldNum" sz="quarter" idx="12"/>
          </p:nvPr>
        </p:nvSpPr>
        <p:spPr/>
        <p:txBody>
          <a:bodyPr/>
          <a:lstStyle/>
          <a:p>
            <a:fld id="{1D5CD492-2BC6-F348-9965-EC1D86DF57A8}" type="slidenum">
              <a:rPr lang="en-US" smtClean="0"/>
              <a:t>29</a:t>
            </a:fld>
            <a:endParaRPr lang="en-US"/>
          </a:p>
        </p:txBody>
      </p:sp>
    </p:spTree>
    <p:extLst>
      <p:ext uri="{BB962C8B-B14F-4D97-AF65-F5344CB8AC3E}">
        <p14:creationId xmlns:p14="http://schemas.microsoft.com/office/powerpoint/2010/main" val="2607136966"/>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99672-368B-5EC4-866C-26BE10AAF993}"/>
              </a:ext>
            </a:extLst>
          </p:cNvPr>
          <p:cNvSpPr>
            <a:spLocks noGrp="1"/>
          </p:cNvSpPr>
          <p:nvPr>
            <p:ph type="title"/>
          </p:nvPr>
        </p:nvSpPr>
        <p:spPr/>
        <p:txBody>
          <a:bodyPr/>
          <a:lstStyle/>
          <a:p>
            <a:r>
              <a:rPr lang="en-AU" dirty="0"/>
              <a:t>Examine the Result</a:t>
            </a:r>
          </a:p>
        </p:txBody>
      </p:sp>
      <p:sp>
        <p:nvSpPr>
          <p:cNvPr id="3" name="Content Placeholder 2">
            <a:extLst>
              <a:ext uri="{FF2B5EF4-FFF2-40B4-BE49-F238E27FC236}">
                <a16:creationId xmlns:a16="http://schemas.microsoft.com/office/drawing/2014/main" id="{C48AF8A9-A77F-54C5-60FE-2209B0B03780}"/>
              </a:ext>
            </a:extLst>
          </p:cNvPr>
          <p:cNvSpPr>
            <a:spLocks noGrp="1"/>
          </p:cNvSpPr>
          <p:nvPr>
            <p:ph idx="1"/>
          </p:nvPr>
        </p:nvSpPr>
        <p:spPr/>
        <p:txBody>
          <a:bodyPr/>
          <a:lstStyle/>
          <a:p>
            <a:r>
              <a:rPr lang="en-AU" dirty="0"/>
              <a:t>Is it possible to test each component part of the solution?</a:t>
            </a:r>
          </a:p>
          <a:p>
            <a:pPr lvl="1"/>
            <a:r>
              <a:rPr lang="en-AU" dirty="0"/>
              <a:t>Has a reasonable testing strategy been implemented?</a:t>
            </a:r>
          </a:p>
          <a:p>
            <a:pPr lvl="1"/>
            <a:r>
              <a:rPr lang="en-AU" dirty="0"/>
              <a:t>AI tools can generate tests</a:t>
            </a:r>
          </a:p>
          <a:p>
            <a:pPr lvl="2"/>
            <a:r>
              <a:rPr lang="en-AU" sz="2000" dirty="0"/>
              <a:t>Need to be validated</a:t>
            </a:r>
          </a:p>
          <a:p>
            <a:r>
              <a:rPr lang="en-AU" dirty="0"/>
              <a:t>Does the solution produce results, that conform to the data, functions, and features that are required? </a:t>
            </a:r>
          </a:p>
          <a:p>
            <a:pPr lvl="1"/>
            <a:r>
              <a:rPr lang="en-AU" dirty="0"/>
              <a:t>Has the software been validated against all stakeholder requirements?</a:t>
            </a:r>
          </a:p>
        </p:txBody>
      </p:sp>
      <p:sp>
        <p:nvSpPr>
          <p:cNvPr id="4" name="Footer Placeholder 3">
            <a:extLst>
              <a:ext uri="{FF2B5EF4-FFF2-40B4-BE49-F238E27FC236}">
                <a16:creationId xmlns:a16="http://schemas.microsoft.com/office/drawing/2014/main" id="{A7D8F443-B097-8BCD-23DC-99A681F7166B}"/>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F51F33F7-6A7D-0B50-FE01-54309D4D1C8E}"/>
              </a:ext>
            </a:extLst>
          </p:cNvPr>
          <p:cNvSpPr>
            <a:spLocks noGrp="1"/>
          </p:cNvSpPr>
          <p:nvPr>
            <p:ph type="sldNum" sz="quarter" idx="12"/>
          </p:nvPr>
        </p:nvSpPr>
        <p:spPr/>
        <p:txBody>
          <a:bodyPr/>
          <a:lstStyle/>
          <a:p>
            <a:fld id="{1D5CD492-2BC6-F348-9965-EC1D86DF57A8}" type="slidenum">
              <a:rPr lang="en-US" smtClean="0"/>
              <a:t>30</a:t>
            </a:fld>
            <a:endParaRPr lang="en-US"/>
          </a:p>
        </p:txBody>
      </p:sp>
    </p:spTree>
    <p:extLst>
      <p:ext uri="{BB962C8B-B14F-4D97-AF65-F5344CB8AC3E}">
        <p14:creationId xmlns:p14="http://schemas.microsoft.com/office/powerpoint/2010/main" val="2077028466"/>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FF99F-E5FA-C2BE-2FC2-DC167BFB78A8}"/>
              </a:ext>
            </a:extLst>
          </p:cNvPr>
          <p:cNvSpPr>
            <a:spLocks noGrp="1"/>
          </p:cNvSpPr>
          <p:nvPr>
            <p:ph type="title"/>
          </p:nvPr>
        </p:nvSpPr>
        <p:spPr/>
        <p:txBody>
          <a:bodyPr/>
          <a:lstStyle/>
          <a:p>
            <a:r>
              <a:rPr lang="en-AU" dirty="0"/>
              <a:t>Hooker - Thomas Software Principles</a:t>
            </a:r>
          </a:p>
        </p:txBody>
      </p:sp>
      <p:sp>
        <p:nvSpPr>
          <p:cNvPr id="3" name="Content Placeholder 2">
            <a:extLst>
              <a:ext uri="{FF2B5EF4-FFF2-40B4-BE49-F238E27FC236}">
                <a16:creationId xmlns:a16="http://schemas.microsoft.com/office/drawing/2014/main" id="{AE464DDE-2731-7059-E335-CC8C6F10B582}"/>
              </a:ext>
            </a:extLst>
          </p:cNvPr>
          <p:cNvSpPr>
            <a:spLocks noGrp="1"/>
          </p:cNvSpPr>
          <p:nvPr>
            <p:ph idx="1"/>
          </p:nvPr>
        </p:nvSpPr>
        <p:spPr/>
        <p:txBody>
          <a:bodyPr/>
          <a:lstStyle/>
          <a:p>
            <a:pPr marL="361950" indent="-361950">
              <a:buFont typeface="+mj-lt"/>
              <a:buAutoNum type="arabicPeriod"/>
            </a:pPr>
            <a:r>
              <a:rPr lang="en-AU" dirty="0"/>
              <a:t>The Reason It All Exists – Provide value to users</a:t>
            </a:r>
          </a:p>
          <a:p>
            <a:pPr marL="361950" indent="-361950">
              <a:buFont typeface="+mj-lt"/>
              <a:buAutoNum type="arabicPeriod"/>
            </a:pPr>
            <a:r>
              <a:rPr lang="en-AU" dirty="0"/>
              <a:t>K I S </a:t>
            </a:r>
            <a:r>
              <a:rPr lang="en-AU" dirty="0" err="1"/>
              <a:t>S</a:t>
            </a:r>
            <a:r>
              <a:rPr lang="en-AU" dirty="0"/>
              <a:t> (Keep It Simple, Stupid!) – Design as simple as possible</a:t>
            </a:r>
          </a:p>
          <a:p>
            <a:pPr marL="361950" indent="-361950">
              <a:buFont typeface="+mj-lt"/>
              <a:buAutoNum type="arabicPeriod"/>
            </a:pPr>
            <a:r>
              <a:rPr lang="en-AU" dirty="0"/>
              <a:t>Maintain the Vision – Clear vision is essential</a:t>
            </a:r>
          </a:p>
          <a:p>
            <a:pPr marL="762000" lvl="1" indent="-361950">
              <a:spcBef>
                <a:spcPts val="0"/>
              </a:spcBef>
            </a:pPr>
            <a:r>
              <a:rPr lang="en-AU" dirty="0"/>
              <a:t>Focus on delivering value, not every possible user wish</a:t>
            </a:r>
          </a:p>
          <a:p>
            <a:pPr marL="361950" indent="-361950">
              <a:buFont typeface="+mj-lt"/>
              <a:buAutoNum type="arabicPeriod"/>
            </a:pPr>
            <a:r>
              <a:rPr lang="en-AU" dirty="0"/>
              <a:t>What You Produce, Others Will Consume</a:t>
            </a:r>
          </a:p>
          <a:p>
            <a:pPr marL="762000" lvl="1" indent="-361950">
              <a:spcBef>
                <a:spcPts val="0"/>
              </a:spcBef>
            </a:pPr>
            <a:r>
              <a:rPr lang="en-AU" dirty="0"/>
              <a:t>Eat your own dog food – Use the software</a:t>
            </a:r>
          </a:p>
          <a:p>
            <a:pPr marL="1162050" lvl="2" indent="-361950">
              <a:spcBef>
                <a:spcPts val="0"/>
              </a:spcBef>
            </a:pPr>
            <a:r>
              <a:rPr lang="en-AU" sz="2000" dirty="0"/>
              <a:t>Experience the user’s pain</a:t>
            </a:r>
          </a:p>
          <a:p>
            <a:pPr marL="361950" indent="-361950">
              <a:buFont typeface="+mj-lt"/>
              <a:buAutoNum type="arabicPeriod"/>
            </a:pPr>
            <a:r>
              <a:rPr lang="en-AU" dirty="0"/>
              <a:t>Be Open to the Future – Do not design yourself into a corner</a:t>
            </a:r>
          </a:p>
          <a:p>
            <a:pPr marL="361950" indent="-361950">
              <a:buFont typeface="+mj-lt"/>
              <a:buAutoNum type="arabicPeriod"/>
            </a:pPr>
            <a:r>
              <a:rPr lang="en-AU" dirty="0"/>
              <a:t>Think! – Thought before action produce results</a:t>
            </a:r>
          </a:p>
        </p:txBody>
      </p:sp>
      <p:sp>
        <p:nvSpPr>
          <p:cNvPr id="4" name="Footer Placeholder 3">
            <a:extLst>
              <a:ext uri="{FF2B5EF4-FFF2-40B4-BE49-F238E27FC236}">
                <a16:creationId xmlns:a16="http://schemas.microsoft.com/office/drawing/2014/main" id="{3844292E-63F1-6D3D-3448-2AC77A9D922A}"/>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D1A3022D-E8F7-D836-6AF4-D3100EE6E785}"/>
              </a:ext>
            </a:extLst>
          </p:cNvPr>
          <p:cNvSpPr>
            <a:spLocks noGrp="1"/>
          </p:cNvSpPr>
          <p:nvPr>
            <p:ph type="sldNum" sz="quarter" idx="12"/>
          </p:nvPr>
        </p:nvSpPr>
        <p:spPr/>
        <p:txBody>
          <a:bodyPr/>
          <a:lstStyle/>
          <a:p>
            <a:fld id="{1D5CD492-2BC6-F348-9965-EC1D86DF57A8}" type="slidenum">
              <a:rPr lang="en-US" smtClean="0"/>
              <a:t>31</a:t>
            </a:fld>
            <a:endParaRPr lang="en-US"/>
          </a:p>
        </p:txBody>
      </p:sp>
    </p:spTree>
    <p:extLst>
      <p:ext uri="{BB962C8B-B14F-4D97-AF65-F5344CB8AC3E}">
        <p14:creationId xmlns:p14="http://schemas.microsoft.com/office/powerpoint/2010/main" val="1421372367"/>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Heterogeneity </a:t>
            </a:r>
          </a:p>
          <a:p>
            <a:pPr lvl="1"/>
            <a:r>
              <a:rPr lang="en-GB" dirty="0"/>
              <a:t>Increasingly, systems are required to operate as distributed systems across networks that include different types of computer and mobile devices. </a:t>
            </a:r>
          </a:p>
          <a:p>
            <a:r>
              <a:rPr lang="en-GB" dirty="0"/>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a:t>
            </a:r>
          </a:p>
          <a:p>
            <a:pPr lvl="2"/>
            <a:r>
              <a:rPr lang="en-GB" sz="2000" dirty="0"/>
              <a:t>Problem is often ambiguous and requirements are unclear</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32</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a:p>
            <a:r>
              <a:rPr lang="en-GB" dirty="0"/>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33</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Many types of software system</a:t>
            </a:r>
          </a:p>
          <a:p>
            <a:pPr lvl="1"/>
            <a:r>
              <a:rPr lang="en-US" dirty="0"/>
              <a:t>No universal set of software techniques applicable to all of them</a:t>
            </a:r>
          </a:p>
          <a:p>
            <a:r>
              <a:rPr lang="en-US" dirty="0"/>
              <a:t>The software engineering methods and tools used depend on the type of application being developed, the requirements of the customer and the background of the development team</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34</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Run on a local computer, such as a PC. Include all necessary functionality and do not need to be connected to a network. </a:t>
            </a:r>
          </a:p>
          <a:p>
            <a:r>
              <a:rPr lang="en-GB" dirty="0"/>
              <a:t>Interactive transaction-based applications</a:t>
            </a:r>
            <a:r>
              <a:rPr lang="en-GB" i="1" dirty="0"/>
              <a:t> </a:t>
            </a:r>
          </a:p>
          <a:p>
            <a:pPr lvl="1"/>
            <a:r>
              <a:rPr lang="en-GB" dirty="0"/>
              <a:t>Execute on a server and are accessed by users from their own devices. Includes web applications such as e-commerce applications. Many mobile apps fall into this category.</a:t>
            </a:r>
          </a:p>
          <a:p>
            <a:r>
              <a:rPr lang="en-GB" dirty="0"/>
              <a:t>Embedded control systems </a:t>
            </a:r>
          </a:p>
          <a:p>
            <a:pPr lvl="1"/>
            <a:r>
              <a:rPr lang="en-GB" dirty="0"/>
              <a:t>Control and manage hardware devices. Numerically, there are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35</a:t>
            </a:fld>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Batch processing systems </a:t>
            </a:r>
          </a:p>
          <a:p>
            <a:pPr lvl="1"/>
            <a:r>
              <a:rPr lang="en-GB" dirty="0"/>
              <a:t>Business systems that are designed to process data in large batches. They process large numbers of individual inputs to create corresponding outputs. </a:t>
            </a:r>
          </a:p>
          <a:p>
            <a:r>
              <a:rPr lang="en-GB" dirty="0"/>
              <a:t>Entertainment systems </a:t>
            </a:r>
          </a:p>
          <a:p>
            <a:pPr lvl="1"/>
            <a:r>
              <a:rPr lang="en-GB" dirty="0"/>
              <a:t>Primarily for personal use and which are intended to entertain the user. </a:t>
            </a:r>
          </a:p>
          <a:p>
            <a:r>
              <a:rPr lang="en-GB" dirty="0"/>
              <a:t>Systems for modelling and simulation </a:t>
            </a:r>
          </a:p>
          <a:p>
            <a:pPr lvl="1"/>
            <a:r>
              <a:rPr lang="en-GB" dirty="0"/>
              <a:t>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36</a:t>
            </a:fld>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Collect data from their environment using a set of sensors and send that data to other systems for processing. </a:t>
            </a:r>
          </a:p>
          <a:p>
            <a:r>
              <a:rPr lang="en-GB" dirty="0"/>
              <a:t>Systems of systems </a:t>
            </a:r>
          </a:p>
          <a:p>
            <a:pPr lvl="1"/>
            <a:r>
              <a:rPr lang="en-GB" dirty="0"/>
              <a:t>Systems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37</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managed and understood development process. Of course, different processes are used for different types of software.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38</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Software services allow application functionality to be accessed over the web or by mobile apps</a:t>
            </a:r>
          </a:p>
          <a:p>
            <a:pPr lvl="1"/>
            <a:r>
              <a:rPr lang="en-US" dirty="0"/>
              <a:t>Becoming dominant distribution method</a:t>
            </a:r>
          </a:p>
          <a:p>
            <a:r>
              <a:rPr lang="en-US" dirty="0"/>
              <a:t>Cloud computing is an approach to the provision of computer services where applications run remotely on the ‘cloud’</a:t>
            </a:r>
          </a:p>
          <a:p>
            <a:pPr lvl="1"/>
            <a:r>
              <a:rPr lang="en-US" dirty="0"/>
              <a:t>Users do not buy hardware and software</a:t>
            </a:r>
          </a:p>
          <a:p>
            <a:pPr lvl="2"/>
            <a:r>
              <a:rPr lang="en-US" sz="2000" dirty="0"/>
              <a:t>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39</a:t>
            </a:fld>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Complex distributed systems</a:t>
            </a:r>
          </a:p>
          <a:p>
            <a:pPr lvl="1"/>
            <a:r>
              <a:rPr lang="en-US" dirty="0"/>
              <a:t>Fundamental principles of software engineering are as applicable to them as they are to any other types of system</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40</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a:xfrm>
            <a:off x="256721" y="1559670"/>
            <a:ext cx="8660959" cy="4525963"/>
          </a:xfrm>
        </p:spPr>
        <p:txBody>
          <a:bodyPr/>
          <a:lstStyle/>
          <a:p>
            <a:r>
              <a:rPr lang="en-GB" dirty="0"/>
              <a:t>Software reuse</a:t>
            </a:r>
          </a:p>
          <a:p>
            <a:pPr lvl="1"/>
            <a:r>
              <a:rPr lang="en-GB" dirty="0"/>
              <a:t>Software reuse is the dominant approach for constructing internet-based systems</a:t>
            </a:r>
          </a:p>
          <a:p>
            <a:pPr lvl="1"/>
            <a:r>
              <a:rPr lang="en-GB" dirty="0"/>
              <a:t>When building these systems, you use</a:t>
            </a:r>
          </a:p>
          <a:p>
            <a:pPr lvl="2"/>
            <a:r>
              <a:rPr lang="en-GB" dirty="0"/>
              <a:t>Frameworks</a:t>
            </a:r>
          </a:p>
          <a:p>
            <a:pPr lvl="2"/>
            <a:r>
              <a:rPr lang="en-GB" dirty="0"/>
              <a:t>Pre-existing components</a:t>
            </a:r>
          </a:p>
          <a:p>
            <a:pPr lvl="2"/>
            <a:r>
              <a:rPr lang="en-GB" dirty="0"/>
              <a:t>Pre-existing services</a:t>
            </a:r>
          </a:p>
          <a:p>
            <a:pPr lvl="3"/>
            <a:r>
              <a:rPr lang="en-GB" dirty="0"/>
              <a:t>SaaS</a:t>
            </a:r>
          </a:p>
          <a:p>
            <a:r>
              <a:rPr lang="en-GB" dirty="0"/>
              <a:t>Incremental and agile development</a:t>
            </a:r>
          </a:p>
          <a:p>
            <a:pPr lvl="1"/>
            <a:r>
              <a:rPr lang="en-GB" dirty="0"/>
              <a:t>Internet-based systems should be delivered incrementally</a:t>
            </a:r>
          </a:p>
          <a:p>
            <a:pPr lvl="2"/>
            <a:r>
              <a:rPr lang="en-GB" sz="2000" dirty="0"/>
              <a:t>Generally recognised that it is impractical to specify all the requirements for such systems in advance</a:t>
            </a:r>
          </a:p>
          <a:p>
            <a:pPr lvl="3"/>
            <a:r>
              <a:rPr lang="en-GB" sz="2000" dirty="0"/>
              <a:t>User needs change during development</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41</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GB" dirty="0"/>
              <a:t>Service-oriented systems</a:t>
            </a:r>
          </a:p>
          <a:p>
            <a:pPr lvl="1"/>
            <a:r>
              <a:rPr lang="en-GB" dirty="0"/>
              <a:t>Software may be implemented using service-oriented software engineering, where the software components are stand-alone web services</a:t>
            </a:r>
          </a:p>
          <a:p>
            <a:pPr lvl="2"/>
            <a:r>
              <a:rPr lang="en-GB" dirty="0"/>
              <a:t>Commonly called “microservices” now</a:t>
            </a:r>
          </a:p>
          <a:p>
            <a:r>
              <a:rPr lang="en-GB" dirty="0"/>
              <a:t>Rich interfaces</a:t>
            </a:r>
          </a:p>
          <a:p>
            <a:pPr lvl="1"/>
            <a:r>
              <a:rPr lang="en-GB" dirty="0"/>
              <a:t>JavaScript, AJAX and HTML5 allow creation of rich interfaces within a web browser</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42</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525"/>
            <a:ext cx="8229600" cy="1143000"/>
          </a:xfrm>
        </p:spPr>
        <p:txBody>
          <a:bodyPr/>
          <a:lstStyle/>
          <a:p>
            <a:pPr algn="ctr"/>
            <a:r>
              <a:rPr lang="en-US" dirty="0"/>
              <a:t>Software Crisis?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8" name="Slide Number Placeholder 7"/>
          <p:cNvSpPr>
            <a:spLocks noGrp="1"/>
          </p:cNvSpPr>
          <p:nvPr>
            <p:ph type="sldNum" sz="quarter" idx="12"/>
          </p:nvPr>
        </p:nvSpPr>
        <p:spPr/>
        <p:txBody>
          <a:bodyPr/>
          <a:lstStyle/>
          <a:p>
            <a:fld id="{1D5CD492-2BC6-F348-9965-EC1D86DF57A8}" type="slidenum">
              <a:rPr lang="en-US" smtClean="0"/>
              <a:t>43</a:t>
            </a:fld>
            <a:endParaRPr lang="en-US"/>
          </a:p>
        </p:txBody>
      </p:sp>
      <p:sp>
        <p:nvSpPr>
          <p:cNvPr id="3" name="Rectangle 3">
            <a:extLst>
              <a:ext uri="{FF2B5EF4-FFF2-40B4-BE49-F238E27FC236}">
                <a16:creationId xmlns:a16="http://schemas.microsoft.com/office/drawing/2014/main" id="{38E20052-6C98-FCBE-D841-CC0D6947CD4D}"/>
              </a:ext>
            </a:extLst>
          </p:cNvPr>
          <p:cNvSpPr txBox="1">
            <a:spLocks noChangeArrowheads="1"/>
          </p:cNvSpPr>
          <p:nvPr/>
        </p:nvSpPr>
        <p:spPr>
          <a:xfrm>
            <a:off x="457200" y="2552700"/>
            <a:ext cx="8229600" cy="1752600"/>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20000"/>
              </a:lnSpc>
              <a:buNone/>
            </a:pPr>
            <a:r>
              <a:rPr lang="en-US" altLang="en-US" dirty="0"/>
              <a:t> 70% of software projects fail </a:t>
            </a:r>
            <a:br>
              <a:rPr lang="en-US" altLang="en-US" dirty="0"/>
            </a:br>
            <a:r>
              <a:rPr lang="en-US" altLang="en-US" dirty="0"/>
              <a:t>(The Standish Group Chaos Report, 2015)</a:t>
            </a:r>
            <a:br>
              <a:rPr lang="en-US" altLang="en-US" dirty="0"/>
            </a:br>
            <a:r>
              <a:rPr lang="en-US" altLang="en-US" i="1" dirty="0"/>
              <a:t>An exaggeration?</a:t>
            </a:r>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3D689-E091-4E56-453B-37AD97013BC8}"/>
              </a:ext>
            </a:extLst>
          </p:cNvPr>
          <p:cNvSpPr>
            <a:spLocks noGrp="1"/>
          </p:cNvSpPr>
          <p:nvPr>
            <p:ph type="title"/>
          </p:nvPr>
        </p:nvSpPr>
        <p:spPr/>
        <p:txBody>
          <a:bodyPr/>
          <a:lstStyle/>
          <a:p>
            <a:r>
              <a:rPr lang="en-AU" dirty="0"/>
              <a:t>Software Success</a:t>
            </a:r>
          </a:p>
        </p:txBody>
      </p:sp>
      <p:sp>
        <p:nvSpPr>
          <p:cNvPr id="3" name="Content Placeholder 2">
            <a:extLst>
              <a:ext uri="{FF2B5EF4-FFF2-40B4-BE49-F238E27FC236}">
                <a16:creationId xmlns:a16="http://schemas.microsoft.com/office/drawing/2014/main" id="{01FCDDE4-21F9-1611-16AA-8A765B76E20E}"/>
              </a:ext>
            </a:extLst>
          </p:cNvPr>
          <p:cNvSpPr>
            <a:spLocks noGrp="1"/>
          </p:cNvSpPr>
          <p:nvPr>
            <p:ph idx="1"/>
          </p:nvPr>
        </p:nvSpPr>
        <p:spPr>
          <a:xfrm>
            <a:off x="457200" y="3895725"/>
            <a:ext cx="8229600" cy="2230438"/>
          </a:xfrm>
        </p:spPr>
        <p:txBody>
          <a:bodyPr/>
          <a:lstStyle/>
          <a:p>
            <a:r>
              <a:rPr lang="en-AU" dirty="0"/>
              <a:t>Standish Chaos Report</a:t>
            </a:r>
          </a:p>
          <a:p>
            <a:r>
              <a:rPr lang="en-US" dirty="0"/>
              <a:t>Reading</a:t>
            </a:r>
          </a:p>
          <a:p>
            <a:pPr lvl="1"/>
            <a:r>
              <a:rPr lang="en-US" dirty="0"/>
              <a:t>The Non-Existent Software Crisis: Debunking the Chaos Report</a:t>
            </a:r>
          </a:p>
          <a:p>
            <a:pPr lvl="2"/>
            <a:r>
              <a:rPr lang="en-US" sz="2000" dirty="0"/>
              <a:t>Scott Ambler</a:t>
            </a:r>
            <a:endParaRPr lang="en-AU" sz="2000" dirty="0"/>
          </a:p>
        </p:txBody>
      </p:sp>
      <p:sp>
        <p:nvSpPr>
          <p:cNvPr id="4" name="Footer Placeholder 3">
            <a:extLst>
              <a:ext uri="{FF2B5EF4-FFF2-40B4-BE49-F238E27FC236}">
                <a16:creationId xmlns:a16="http://schemas.microsoft.com/office/drawing/2014/main" id="{D8C943F7-03BE-C83F-4C77-36945BE50418}"/>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86119EF7-B749-9273-8FBE-C759F88313CB}"/>
              </a:ext>
            </a:extLst>
          </p:cNvPr>
          <p:cNvSpPr>
            <a:spLocks noGrp="1"/>
          </p:cNvSpPr>
          <p:nvPr>
            <p:ph type="sldNum" sz="quarter" idx="12"/>
          </p:nvPr>
        </p:nvSpPr>
        <p:spPr/>
        <p:txBody>
          <a:bodyPr/>
          <a:lstStyle/>
          <a:p>
            <a:fld id="{1D5CD492-2BC6-F348-9965-EC1D86DF57A8}" type="slidenum">
              <a:rPr lang="en-US" smtClean="0"/>
              <a:t>44</a:t>
            </a:fld>
            <a:endParaRPr lang="en-US"/>
          </a:p>
        </p:txBody>
      </p:sp>
      <p:graphicFrame>
        <p:nvGraphicFramePr>
          <p:cNvPr id="7" name="Content Placeholder 3">
            <a:extLst>
              <a:ext uri="{FF2B5EF4-FFF2-40B4-BE49-F238E27FC236}">
                <a16:creationId xmlns:a16="http://schemas.microsoft.com/office/drawing/2014/main" id="{40A71E3D-AC92-08B3-A314-42DE2FFD2155}"/>
              </a:ext>
            </a:extLst>
          </p:cNvPr>
          <p:cNvGraphicFramePr>
            <a:graphicFrameLocks/>
          </p:cNvGraphicFramePr>
          <p:nvPr/>
        </p:nvGraphicFramePr>
        <p:xfrm>
          <a:off x="457200" y="1827142"/>
          <a:ext cx="8229600" cy="1828800"/>
        </p:xfrm>
        <a:graphic>
          <a:graphicData uri="http://schemas.openxmlformats.org/drawingml/2006/table">
            <a:tbl>
              <a:tblPr firstRow="1" bandRow="1"/>
              <a:tblGrid>
                <a:gridCol w="1602606">
                  <a:extLst>
                    <a:ext uri="{9D8B030D-6E8A-4147-A177-3AD203B41FA5}">
                      <a16:colId xmlns:a16="http://schemas.microsoft.com/office/drawing/2014/main" val="2563690493"/>
                    </a:ext>
                  </a:extLst>
                </a:gridCol>
                <a:gridCol w="1320208">
                  <a:extLst>
                    <a:ext uri="{9D8B030D-6E8A-4147-A177-3AD203B41FA5}">
                      <a16:colId xmlns:a16="http://schemas.microsoft.com/office/drawing/2014/main" val="2726605765"/>
                    </a:ext>
                  </a:extLst>
                </a:gridCol>
                <a:gridCol w="1330779">
                  <a:extLst>
                    <a:ext uri="{9D8B030D-6E8A-4147-A177-3AD203B41FA5}">
                      <a16:colId xmlns:a16="http://schemas.microsoft.com/office/drawing/2014/main" val="3670371496"/>
                    </a:ext>
                  </a:extLst>
                </a:gridCol>
                <a:gridCol w="1379764">
                  <a:extLst>
                    <a:ext uri="{9D8B030D-6E8A-4147-A177-3AD203B41FA5}">
                      <a16:colId xmlns:a16="http://schemas.microsoft.com/office/drawing/2014/main" val="4114342503"/>
                    </a:ext>
                  </a:extLst>
                </a:gridCol>
                <a:gridCol w="1281793">
                  <a:extLst>
                    <a:ext uri="{9D8B030D-6E8A-4147-A177-3AD203B41FA5}">
                      <a16:colId xmlns:a16="http://schemas.microsoft.com/office/drawing/2014/main" val="1544986894"/>
                    </a:ext>
                  </a:extLst>
                </a:gridCol>
                <a:gridCol w="1314450">
                  <a:extLst>
                    <a:ext uri="{9D8B030D-6E8A-4147-A177-3AD203B41FA5}">
                      <a16:colId xmlns:a16="http://schemas.microsoft.com/office/drawing/2014/main" val="3631662121"/>
                    </a:ext>
                  </a:extLst>
                </a:gridCol>
              </a:tblGrid>
              <a:tr h="370840">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endParaRPr lang="en-AU" sz="2000" dirty="0">
                        <a:latin typeface="Calibri" panose="020F050202020403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b="1" dirty="0">
                          <a:latin typeface="Calibri" panose="020F0502020204030204" pitchFamily="34" charset="0"/>
                        </a:rPr>
                        <a:t>2011</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b="1" dirty="0">
                          <a:latin typeface="Calibri" panose="020F0502020204030204" pitchFamily="34" charset="0"/>
                        </a:rPr>
                        <a:t>2012</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b="1" dirty="0">
                          <a:latin typeface="Calibri" panose="020F0502020204030204" pitchFamily="34" charset="0"/>
                        </a:rPr>
                        <a:t>2013</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b="1" dirty="0">
                          <a:latin typeface="Calibri" panose="020F0502020204030204" pitchFamily="34" charset="0"/>
                        </a:rPr>
                        <a:t>2014</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b="1" dirty="0">
                          <a:latin typeface="Calibri" panose="020F0502020204030204" pitchFamily="34" charset="0"/>
                        </a:rPr>
                        <a:t>2015</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extLst>
                  <a:ext uri="{0D108BD9-81ED-4DB2-BD59-A6C34878D82A}">
                    <a16:rowId xmlns:a16="http://schemas.microsoft.com/office/drawing/2014/main" val="3286491605"/>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Successful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29%</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27%</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31%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28%</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29%</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35191247"/>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Challenged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49%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951651143"/>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Failed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187627606"/>
                  </a:ext>
                </a:extLst>
              </a:tr>
            </a:tbl>
          </a:graphicData>
        </a:graphic>
      </p:graphicFrame>
    </p:spTree>
    <p:extLst>
      <p:ext uri="{BB962C8B-B14F-4D97-AF65-F5344CB8AC3E}">
        <p14:creationId xmlns:p14="http://schemas.microsoft.com/office/powerpoint/2010/main" val="65920546"/>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D0476-8D69-0C60-3D9A-48FF96404A71}"/>
              </a:ext>
            </a:extLst>
          </p:cNvPr>
          <p:cNvSpPr>
            <a:spLocks noGrp="1"/>
          </p:cNvSpPr>
          <p:nvPr>
            <p:ph type="title"/>
          </p:nvPr>
        </p:nvSpPr>
        <p:spPr/>
        <p:txBody>
          <a:bodyPr/>
          <a:lstStyle/>
          <a:p>
            <a:r>
              <a:rPr lang="en-AU" dirty="0"/>
              <a:t>Project Size &amp; Success</a:t>
            </a:r>
          </a:p>
        </p:txBody>
      </p:sp>
      <p:sp>
        <p:nvSpPr>
          <p:cNvPr id="3" name="Content Placeholder 2">
            <a:extLst>
              <a:ext uri="{FF2B5EF4-FFF2-40B4-BE49-F238E27FC236}">
                <a16:creationId xmlns:a16="http://schemas.microsoft.com/office/drawing/2014/main" id="{56850175-121C-6A81-6912-33A112C11101}"/>
              </a:ext>
            </a:extLst>
          </p:cNvPr>
          <p:cNvSpPr>
            <a:spLocks noGrp="1"/>
          </p:cNvSpPr>
          <p:nvPr>
            <p:ph idx="1"/>
          </p:nvPr>
        </p:nvSpPr>
        <p:spPr>
          <a:xfrm>
            <a:off x="457200" y="4743450"/>
            <a:ext cx="8229600" cy="1382713"/>
          </a:xfrm>
        </p:spPr>
        <p:txBody>
          <a:bodyPr/>
          <a:lstStyle/>
          <a:p>
            <a:r>
              <a:rPr lang="en-AU" dirty="0"/>
              <a:t>Standish Chaos Report, 2011 - 2015</a:t>
            </a:r>
          </a:p>
        </p:txBody>
      </p:sp>
      <p:sp>
        <p:nvSpPr>
          <p:cNvPr id="4" name="Footer Placeholder 3">
            <a:extLst>
              <a:ext uri="{FF2B5EF4-FFF2-40B4-BE49-F238E27FC236}">
                <a16:creationId xmlns:a16="http://schemas.microsoft.com/office/drawing/2014/main" id="{028FCE2B-88BC-A8B8-D8B5-8C7282CBFFD6}"/>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990F1E37-6F93-F3B8-7355-5461C414D966}"/>
              </a:ext>
            </a:extLst>
          </p:cNvPr>
          <p:cNvSpPr>
            <a:spLocks noGrp="1"/>
          </p:cNvSpPr>
          <p:nvPr>
            <p:ph type="sldNum" sz="quarter" idx="12"/>
          </p:nvPr>
        </p:nvSpPr>
        <p:spPr/>
        <p:txBody>
          <a:bodyPr/>
          <a:lstStyle/>
          <a:p>
            <a:fld id="{1D5CD492-2BC6-F348-9965-EC1D86DF57A8}" type="slidenum">
              <a:rPr lang="en-US" smtClean="0"/>
              <a:t>45</a:t>
            </a:fld>
            <a:endParaRPr lang="en-US"/>
          </a:p>
        </p:txBody>
      </p:sp>
      <p:graphicFrame>
        <p:nvGraphicFramePr>
          <p:cNvPr id="7" name="Table 6">
            <a:extLst>
              <a:ext uri="{FF2B5EF4-FFF2-40B4-BE49-F238E27FC236}">
                <a16:creationId xmlns:a16="http://schemas.microsoft.com/office/drawing/2014/main" id="{6087A351-BA7A-ABF6-F587-5852E9D826BE}"/>
              </a:ext>
            </a:extLst>
          </p:cNvPr>
          <p:cNvGraphicFramePr>
            <a:graphicFrameLocks noGrp="1"/>
          </p:cNvGraphicFramePr>
          <p:nvPr/>
        </p:nvGraphicFramePr>
        <p:xfrm>
          <a:off x="1421330" y="1801615"/>
          <a:ext cx="6301340" cy="2743200"/>
        </p:xfrm>
        <a:graphic>
          <a:graphicData uri="http://schemas.openxmlformats.org/drawingml/2006/table">
            <a:tbl>
              <a:tblPr firstRow="1" bandRow="1"/>
              <a:tblGrid>
                <a:gridCol w="1488709">
                  <a:extLst>
                    <a:ext uri="{9D8B030D-6E8A-4147-A177-3AD203B41FA5}">
                      <a16:colId xmlns:a16="http://schemas.microsoft.com/office/drawing/2014/main" val="3591193664"/>
                    </a:ext>
                  </a:extLst>
                </a:gridCol>
                <a:gridCol w="1530417">
                  <a:extLst>
                    <a:ext uri="{9D8B030D-6E8A-4147-A177-3AD203B41FA5}">
                      <a16:colId xmlns:a16="http://schemas.microsoft.com/office/drawing/2014/main" val="728440830"/>
                    </a:ext>
                  </a:extLst>
                </a:gridCol>
                <a:gridCol w="1706879">
                  <a:extLst>
                    <a:ext uri="{9D8B030D-6E8A-4147-A177-3AD203B41FA5}">
                      <a16:colId xmlns:a16="http://schemas.microsoft.com/office/drawing/2014/main" val="1389125481"/>
                    </a:ext>
                  </a:extLst>
                </a:gridCol>
                <a:gridCol w="1575335">
                  <a:extLst>
                    <a:ext uri="{9D8B030D-6E8A-4147-A177-3AD203B41FA5}">
                      <a16:colId xmlns:a16="http://schemas.microsoft.com/office/drawing/2014/main" val="2627761411"/>
                    </a:ext>
                  </a:extLst>
                </a:gridCol>
              </a:tblGrid>
              <a:tr h="370840">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Size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Successful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Challenged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Failed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extLst>
                  <a:ext uri="{0D108BD9-81ED-4DB2-BD59-A6C34878D82A}">
                    <a16:rowId xmlns:a16="http://schemas.microsoft.com/office/drawing/2014/main" val="2443982948"/>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Grand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7%</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17%</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417306303"/>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Large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087547809"/>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Medium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31%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1308264491"/>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Moderate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32%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359379416"/>
                  </a:ext>
                </a:extLst>
              </a:tr>
              <a:tr h="37084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Small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62%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2877384461"/>
                  </a:ext>
                </a:extLst>
              </a:tr>
            </a:tbl>
          </a:graphicData>
        </a:graphic>
      </p:graphicFrame>
    </p:spTree>
    <p:extLst>
      <p:ext uri="{BB962C8B-B14F-4D97-AF65-F5344CB8AC3E}">
        <p14:creationId xmlns:p14="http://schemas.microsoft.com/office/powerpoint/2010/main" val="2760508122"/>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0C1E-96D3-794C-C771-1067B7652F36}"/>
              </a:ext>
            </a:extLst>
          </p:cNvPr>
          <p:cNvSpPr>
            <a:spLocks noGrp="1"/>
          </p:cNvSpPr>
          <p:nvPr>
            <p:ph type="title"/>
          </p:nvPr>
        </p:nvSpPr>
        <p:spPr/>
        <p:txBody>
          <a:bodyPr/>
          <a:lstStyle/>
          <a:p>
            <a:r>
              <a:rPr lang="en-AU" dirty="0"/>
              <a:t>Project Size &amp; Success</a:t>
            </a:r>
          </a:p>
        </p:txBody>
      </p:sp>
      <p:sp>
        <p:nvSpPr>
          <p:cNvPr id="3" name="Content Placeholder 2">
            <a:extLst>
              <a:ext uri="{FF2B5EF4-FFF2-40B4-BE49-F238E27FC236}">
                <a16:creationId xmlns:a16="http://schemas.microsoft.com/office/drawing/2014/main" id="{CFCEF529-648A-EBC4-DCCE-4C6127DA8985}"/>
              </a:ext>
            </a:extLst>
          </p:cNvPr>
          <p:cNvSpPr>
            <a:spLocks noGrp="1"/>
          </p:cNvSpPr>
          <p:nvPr>
            <p:ph idx="1"/>
          </p:nvPr>
        </p:nvSpPr>
        <p:spPr>
          <a:xfrm>
            <a:off x="457200" y="5886450"/>
            <a:ext cx="8229600" cy="571500"/>
          </a:xfrm>
        </p:spPr>
        <p:txBody>
          <a:bodyPr/>
          <a:lstStyle/>
          <a:p>
            <a:r>
              <a:rPr lang="en-AU" dirty="0"/>
              <a:t>Standish Chaos Report, 2011 - 2015</a:t>
            </a:r>
          </a:p>
        </p:txBody>
      </p:sp>
      <p:sp>
        <p:nvSpPr>
          <p:cNvPr id="4" name="Footer Placeholder 3">
            <a:extLst>
              <a:ext uri="{FF2B5EF4-FFF2-40B4-BE49-F238E27FC236}">
                <a16:creationId xmlns:a16="http://schemas.microsoft.com/office/drawing/2014/main" id="{A1A35335-B5A0-F594-8D91-3697EC89BC06}"/>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DD09052F-8031-86B5-7985-E27C23146C06}"/>
              </a:ext>
            </a:extLst>
          </p:cNvPr>
          <p:cNvSpPr>
            <a:spLocks noGrp="1"/>
          </p:cNvSpPr>
          <p:nvPr>
            <p:ph type="sldNum" sz="quarter" idx="12"/>
          </p:nvPr>
        </p:nvSpPr>
        <p:spPr/>
        <p:txBody>
          <a:bodyPr/>
          <a:lstStyle/>
          <a:p>
            <a:fld id="{1D5CD492-2BC6-F348-9965-EC1D86DF57A8}" type="slidenum">
              <a:rPr lang="en-US" smtClean="0"/>
              <a:t>46</a:t>
            </a:fld>
            <a:endParaRPr lang="en-US"/>
          </a:p>
        </p:txBody>
      </p:sp>
      <p:graphicFrame>
        <p:nvGraphicFramePr>
          <p:cNvPr id="7" name="Table 6">
            <a:extLst>
              <a:ext uri="{FF2B5EF4-FFF2-40B4-BE49-F238E27FC236}">
                <a16:creationId xmlns:a16="http://schemas.microsoft.com/office/drawing/2014/main" id="{AABFD07E-3175-3B03-0D62-8C428184C66C}"/>
              </a:ext>
            </a:extLst>
          </p:cNvPr>
          <p:cNvGraphicFramePr>
            <a:graphicFrameLocks noGrp="1"/>
          </p:cNvGraphicFramePr>
          <p:nvPr/>
        </p:nvGraphicFramePr>
        <p:xfrm>
          <a:off x="693019" y="1647825"/>
          <a:ext cx="7757962" cy="4114800"/>
        </p:xfrm>
        <a:graphic>
          <a:graphicData uri="http://schemas.openxmlformats.org/drawingml/2006/table">
            <a:tbl>
              <a:tblPr firstRow="1" bandRow="1"/>
              <a:tblGrid>
                <a:gridCol w="1474682">
                  <a:extLst>
                    <a:ext uri="{9D8B030D-6E8A-4147-A177-3AD203B41FA5}">
                      <a16:colId xmlns:a16="http://schemas.microsoft.com/office/drawing/2014/main" val="3591193664"/>
                    </a:ext>
                  </a:extLst>
                </a:gridCol>
                <a:gridCol w="1515997">
                  <a:extLst>
                    <a:ext uri="{9D8B030D-6E8A-4147-A177-3AD203B41FA5}">
                      <a16:colId xmlns:a16="http://schemas.microsoft.com/office/drawing/2014/main" val="1667713749"/>
                    </a:ext>
                  </a:extLst>
                </a:gridCol>
                <a:gridCol w="1515997">
                  <a:extLst>
                    <a:ext uri="{9D8B030D-6E8A-4147-A177-3AD203B41FA5}">
                      <a16:colId xmlns:a16="http://schemas.microsoft.com/office/drawing/2014/main" val="728440830"/>
                    </a:ext>
                  </a:extLst>
                </a:gridCol>
                <a:gridCol w="1690795">
                  <a:extLst>
                    <a:ext uri="{9D8B030D-6E8A-4147-A177-3AD203B41FA5}">
                      <a16:colId xmlns:a16="http://schemas.microsoft.com/office/drawing/2014/main" val="1389125481"/>
                    </a:ext>
                  </a:extLst>
                </a:gridCol>
                <a:gridCol w="1560491">
                  <a:extLst>
                    <a:ext uri="{9D8B030D-6E8A-4147-A177-3AD203B41FA5}">
                      <a16:colId xmlns:a16="http://schemas.microsoft.com/office/drawing/2014/main" val="2627761411"/>
                    </a:ext>
                  </a:extLst>
                </a:gridCol>
              </a:tblGrid>
              <a:tr h="370840">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Size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Method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Successful</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Challenged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Lucida Sans Unicode"/>
                        </a:defRPr>
                      </a:lvl1pPr>
                      <a:lvl2pPr marL="457200" algn="l" defTabSz="914400" rtl="0" eaLnBrk="1" latinLnBrk="0" hangingPunct="1">
                        <a:defRPr sz="1800" b="1" kern="1200">
                          <a:solidFill>
                            <a:schemeClr val="lt1"/>
                          </a:solidFill>
                          <a:latin typeface="Lucida Sans Unicode"/>
                        </a:defRPr>
                      </a:lvl2pPr>
                      <a:lvl3pPr marL="914400" algn="l" defTabSz="914400" rtl="0" eaLnBrk="1" latinLnBrk="0" hangingPunct="1">
                        <a:defRPr sz="1800" b="1" kern="1200">
                          <a:solidFill>
                            <a:schemeClr val="lt1"/>
                          </a:solidFill>
                          <a:latin typeface="Lucida Sans Unicode"/>
                        </a:defRPr>
                      </a:lvl3pPr>
                      <a:lvl4pPr marL="1371600" algn="l" defTabSz="914400" rtl="0" eaLnBrk="1" latinLnBrk="0" hangingPunct="1">
                        <a:defRPr sz="1800" b="1" kern="1200">
                          <a:solidFill>
                            <a:schemeClr val="lt1"/>
                          </a:solidFill>
                          <a:latin typeface="Lucida Sans Unicode"/>
                        </a:defRPr>
                      </a:lvl4pPr>
                      <a:lvl5pPr marL="1828800" algn="l" defTabSz="914400" rtl="0" eaLnBrk="1" latinLnBrk="0" hangingPunct="1">
                        <a:defRPr sz="1800" b="1" kern="1200">
                          <a:solidFill>
                            <a:schemeClr val="lt1"/>
                          </a:solidFill>
                          <a:latin typeface="Lucida Sans Unicode"/>
                        </a:defRPr>
                      </a:lvl5pPr>
                      <a:lvl6pPr marL="2286000" algn="l" defTabSz="914400" rtl="0" eaLnBrk="1" latinLnBrk="0" hangingPunct="1">
                        <a:defRPr sz="1800" b="1" kern="1200">
                          <a:solidFill>
                            <a:schemeClr val="lt1"/>
                          </a:solidFill>
                          <a:latin typeface="Lucida Sans Unicode"/>
                        </a:defRPr>
                      </a:lvl6pPr>
                      <a:lvl7pPr marL="2743200" algn="l" defTabSz="914400" rtl="0" eaLnBrk="1" latinLnBrk="0" hangingPunct="1">
                        <a:defRPr sz="1800" b="1" kern="1200">
                          <a:solidFill>
                            <a:schemeClr val="lt1"/>
                          </a:solidFill>
                          <a:latin typeface="Lucida Sans Unicode"/>
                        </a:defRPr>
                      </a:lvl7pPr>
                      <a:lvl8pPr marL="3200400" algn="l" defTabSz="914400" rtl="0" eaLnBrk="1" latinLnBrk="0" hangingPunct="1">
                        <a:defRPr sz="1800" b="1" kern="1200">
                          <a:solidFill>
                            <a:schemeClr val="lt1"/>
                          </a:solidFill>
                          <a:latin typeface="Lucida Sans Unicode"/>
                        </a:defRPr>
                      </a:lvl8pPr>
                      <a:lvl9pPr marL="3657600" algn="l" defTabSz="914400" rtl="0" eaLnBrk="1" latinLnBrk="0" hangingPunct="1">
                        <a:defRPr sz="1800" b="1" kern="1200">
                          <a:solidFill>
                            <a:schemeClr val="lt1"/>
                          </a:solidFill>
                          <a:latin typeface="Lucida Sans Unicode"/>
                        </a:defRPr>
                      </a:lvl9pPr>
                    </a:lstStyle>
                    <a:p>
                      <a:pPr algn="ctr"/>
                      <a:r>
                        <a:rPr lang="en-AU" sz="2400" dirty="0">
                          <a:latin typeface="Calibri" panose="020F0502020204030204" pitchFamily="34" charset="0"/>
                        </a:rPr>
                        <a:t>Failed</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2DA2BF"/>
                    </a:solidFill>
                  </a:tcPr>
                </a:tc>
                <a:extLst>
                  <a:ext uri="{0D108BD9-81ED-4DB2-BD59-A6C34878D82A}">
                    <a16:rowId xmlns:a16="http://schemas.microsoft.com/office/drawing/2014/main" val="2443982948"/>
                  </a:ext>
                </a:extLst>
              </a:tr>
              <a:tr h="370840">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All</a:t>
                      </a:r>
                    </a:p>
                  </a:txBody>
                  <a:tcPr anchor="ct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rgbClr val="2DA2BF"/>
                      </a:solidFill>
                      <a:prstDash val="solid"/>
                      <a:round/>
                      <a:headEnd type="none" w="med" len="med"/>
                      <a:tailEnd type="none" w="med" len="med"/>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Agile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39%</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52%</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9%</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417306303"/>
                  </a:ext>
                </a:extLst>
              </a:tr>
              <a:tr h="370840">
                <a:tc vMerge="1">
                  <a:txBody>
                    <a:bodyPr/>
                    <a:lstStyle/>
                    <a:p>
                      <a:endParaRPr lang="en-AU" sz="2400" b="1" dirty="0">
                        <a:latin typeface="Calibri" panose="020F0502020204030204" pitchFamily="34" charset="0"/>
                      </a:endParaRPr>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Waterfall</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rgbClr val="2DA2BF"/>
                      </a:solidFill>
                      <a:prstDash val="solid"/>
                      <a:round/>
                      <a:headEnd type="none" w="med" len="med"/>
                      <a:tailEnd type="none" w="med" len="med"/>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11%</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rgbClr val="2DA2BF"/>
                      </a:solidFill>
                      <a:prstDash val="solid"/>
                      <a:round/>
                      <a:headEnd type="none" w="med" len="med"/>
                      <a:tailEnd type="none" w="med" len="med"/>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60%</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rgbClr val="2DA2BF"/>
                      </a:solidFill>
                      <a:prstDash val="solid"/>
                      <a:round/>
                      <a:headEnd type="none" w="med" len="med"/>
                      <a:tailEnd type="none" w="med" len="med"/>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29%</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rgbClr val="2DA2BF"/>
                      </a:solidFill>
                      <a:prstDash val="solid"/>
                      <a:round/>
                      <a:headEnd type="none" w="med" len="med"/>
                      <a:tailEnd type="none" w="med" len="med"/>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087547809"/>
                  </a:ext>
                </a:extLst>
              </a:tr>
              <a:tr h="370840">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Large</a:t>
                      </a:r>
                    </a:p>
                  </a:txBody>
                  <a:tcPr anchor="ctr">
                    <a:lnL w="12700" cmpd="sng">
                      <a:solidFill>
                        <a:sysClr val="window" lastClr="FFFFFF"/>
                      </a:solidFill>
                    </a:lnL>
                    <a:lnR w="12700" cmpd="sng">
                      <a:solidFill>
                        <a:sysClr val="window" lastClr="FFFFFF"/>
                      </a:solidFill>
                    </a:lnR>
                    <a:lnT w="38100" cap="flat" cmpd="sng" algn="ctr">
                      <a:solidFill>
                        <a:srgbClr val="2DA2B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Agile</a:t>
                      </a:r>
                    </a:p>
                  </a:txBody>
                  <a:tcPr>
                    <a:lnL w="12700" cmpd="sng">
                      <a:solidFill>
                        <a:sysClr val="window" lastClr="FFFFFF"/>
                      </a:solidFill>
                    </a:lnL>
                    <a:lnR w="12700" cmpd="sng">
                      <a:solidFill>
                        <a:sysClr val="window" lastClr="FFFFFF"/>
                      </a:solidFill>
                    </a:lnR>
                    <a:lnT w="38100" cap="flat" cmpd="sng" algn="ctr">
                      <a:solidFill>
                        <a:srgbClr val="2DA2B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18%</a:t>
                      </a:r>
                    </a:p>
                  </a:txBody>
                  <a:tcPr>
                    <a:lnL w="12700" cmpd="sng">
                      <a:solidFill>
                        <a:sysClr val="window" lastClr="FFFFFF"/>
                      </a:solidFill>
                    </a:lnL>
                    <a:lnR w="12700" cmpd="sng">
                      <a:solidFill>
                        <a:sysClr val="window" lastClr="FFFFFF"/>
                      </a:solidFill>
                    </a:lnR>
                    <a:lnT w="38100" cap="flat" cmpd="sng" algn="ctr">
                      <a:solidFill>
                        <a:srgbClr val="2DA2B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59%</a:t>
                      </a:r>
                    </a:p>
                  </a:txBody>
                  <a:tcPr>
                    <a:lnL w="12700" cmpd="sng">
                      <a:solidFill>
                        <a:sysClr val="window" lastClr="FFFFFF"/>
                      </a:solidFill>
                    </a:lnL>
                    <a:lnR w="12700" cmpd="sng">
                      <a:solidFill>
                        <a:sysClr val="window" lastClr="FFFFFF"/>
                      </a:solidFill>
                    </a:lnR>
                    <a:lnT w="38100" cap="flat" cmpd="sng" algn="ctr">
                      <a:solidFill>
                        <a:srgbClr val="2DA2B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23%</a:t>
                      </a:r>
                    </a:p>
                  </a:txBody>
                  <a:tcPr>
                    <a:lnL w="12700" cmpd="sng">
                      <a:solidFill>
                        <a:sysClr val="window" lastClr="FFFFFF"/>
                      </a:solidFill>
                    </a:lnL>
                    <a:lnR w="12700" cmpd="sng">
                      <a:solidFill>
                        <a:sysClr val="window" lastClr="FFFFFF"/>
                      </a:solidFill>
                    </a:lnR>
                    <a:lnT w="38100" cap="flat" cmpd="sng" algn="ctr">
                      <a:solidFill>
                        <a:srgbClr val="2DA2B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1308264491"/>
                  </a:ext>
                </a:extLst>
              </a:tr>
              <a:tr h="370840">
                <a:tc vMerge="1">
                  <a:txBody>
                    <a:bodyPr/>
                    <a:lstStyle/>
                    <a:p>
                      <a:endParaRPr lang="en-AU" sz="2400" b="1" dirty="0">
                        <a:latin typeface="Calibri" panose="020F0502020204030204" pitchFamily="34" charset="0"/>
                      </a:endParaRPr>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Waterfall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42%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359379416"/>
                  </a:ext>
                </a:extLst>
              </a:tr>
              <a:tr h="370840">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Medium</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Agile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62%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2877384461"/>
                  </a:ext>
                </a:extLst>
              </a:tr>
              <a:tr h="370840">
                <a:tc vMerge="1">
                  <a:txBody>
                    <a:bodyPr/>
                    <a:lstStyle/>
                    <a:p>
                      <a:endParaRPr lang="en-AU" sz="2400" b="1" dirty="0">
                        <a:latin typeface="Calibri" panose="020F0502020204030204" pitchFamily="34" charset="0"/>
                      </a:endParaRPr>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Waterfall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68%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25%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934787491"/>
                  </a:ext>
                </a:extLst>
              </a:tr>
              <a:tr h="370840">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r>
                        <a:rPr lang="en-AU" sz="2400" b="1" dirty="0">
                          <a:latin typeface="Calibri" panose="020F0502020204030204" pitchFamily="34" charset="0"/>
                        </a:rPr>
                        <a:t>Small</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Agile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58%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38%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40000"/>
                      </a:srgbClr>
                    </a:solidFill>
                  </a:tcPr>
                </a:tc>
                <a:extLst>
                  <a:ext uri="{0D108BD9-81ED-4DB2-BD59-A6C34878D82A}">
                    <a16:rowId xmlns:a16="http://schemas.microsoft.com/office/drawing/2014/main" val="2707131913"/>
                  </a:ext>
                </a:extLst>
              </a:tr>
              <a:tr h="370840">
                <a:tc vMerge="1">
                  <a:txBody>
                    <a:bodyPr/>
                    <a:lstStyle/>
                    <a:p>
                      <a:endParaRPr lang="en-AU" sz="2400" b="1" dirty="0">
                        <a:latin typeface="Calibri" panose="020F0502020204030204" pitchFamily="34" charset="0"/>
                      </a:endParaRPr>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Waterfall</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44%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45%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ctr"/>
                      <a:r>
                        <a:rPr lang="en-AU" sz="2400" dirty="0">
                          <a:latin typeface="Calibri" panose="020F0502020204030204" pitchFamily="34" charset="0"/>
                        </a:rPr>
                        <a:t>11%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51662597"/>
                  </a:ext>
                </a:extLst>
              </a:tr>
            </a:tbl>
          </a:graphicData>
        </a:graphic>
      </p:graphicFrame>
    </p:spTree>
    <p:extLst>
      <p:ext uri="{BB962C8B-B14F-4D97-AF65-F5344CB8AC3E}">
        <p14:creationId xmlns:p14="http://schemas.microsoft.com/office/powerpoint/2010/main" val="1792856730"/>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C706D-7027-AB48-145E-494438C03DB5}"/>
              </a:ext>
            </a:extLst>
          </p:cNvPr>
          <p:cNvSpPr>
            <a:spLocks noGrp="1"/>
          </p:cNvSpPr>
          <p:nvPr>
            <p:ph type="title"/>
          </p:nvPr>
        </p:nvSpPr>
        <p:spPr/>
        <p:txBody>
          <a:bodyPr/>
          <a:lstStyle/>
          <a:p>
            <a:r>
              <a:rPr lang="en-AU" dirty="0"/>
              <a:t>Is There a Crisis?</a:t>
            </a:r>
          </a:p>
        </p:txBody>
      </p:sp>
      <p:sp>
        <p:nvSpPr>
          <p:cNvPr id="3" name="Content Placeholder 2">
            <a:extLst>
              <a:ext uri="{FF2B5EF4-FFF2-40B4-BE49-F238E27FC236}">
                <a16:creationId xmlns:a16="http://schemas.microsoft.com/office/drawing/2014/main" id="{EC38DED3-A413-FB7F-6BAE-509A39CC9312}"/>
              </a:ext>
            </a:extLst>
          </p:cNvPr>
          <p:cNvSpPr>
            <a:spLocks noGrp="1"/>
          </p:cNvSpPr>
          <p:nvPr>
            <p:ph idx="1"/>
          </p:nvPr>
        </p:nvSpPr>
        <p:spPr>
          <a:xfrm>
            <a:off x="457200" y="1600200"/>
            <a:ext cx="8420100" cy="4525963"/>
          </a:xfrm>
        </p:spPr>
        <p:txBody>
          <a:bodyPr/>
          <a:lstStyle/>
          <a:p>
            <a:r>
              <a:rPr lang="en-AU" dirty="0"/>
              <a:t>Qld Health – Security “patch” lost medical records</a:t>
            </a:r>
          </a:p>
          <a:p>
            <a:r>
              <a:rPr lang="en-AU" dirty="0"/>
              <a:t>Commonwealth Bank – Upgrade duplicated debits</a:t>
            </a:r>
          </a:p>
          <a:p>
            <a:r>
              <a:rPr lang="en-AU" dirty="0"/>
              <a:t>Amadeus – Airport check-in unavailable around the world</a:t>
            </a:r>
          </a:p>
          <a:p>
            <a:r>
              <a:rPr lang="en-AU" dirty="0"/>
              <a:t>Google Nest – Update caused battery to drain</a:t>
            </a:r>
          </a:p>
          <a:p>
            <a:pPr lvl="1">
              <a:spcBef>
                <a:spcPts val="0"/>
              </a:spcBef>
            </a:pPr>
            <a:r>
              <a:rPr lang="en-AU" dirty="0"/>
              <a:t>Could not control temperature on coldest weekend of the year</a:t>
            </a:r>
          </a:p>
          <a:p>
            <a:r>
              <a:rPr lang="en-AU" dirty="0"/>
              <a:t>Nissan – Airbag sensor couldn’t detect if adult was in seat</a:t>
            </a:r>
          </a:p>
          <a:p>
            <a:pPr lvl="1">
              <a:spcBef>
                <a:spcPts val="0"/>
              </a:spcBef>
            </a:pPr>
            <a:r>
              <a:rPr lang="en-AU" dirty="0"/>
              <a:t>3.5M cars recalled</a:t>
            </a:r>
          </a:p>
          <a:p>
            <a:r>
              <a:rPr lang="en-AU" dirty="0"/>
              <a:t>National Health Service (UK)</a:t>
            </a:r>
          </a:p>
          <a:p>
            <a:pPr lvl="1">
              <a:spcBef>
                <a:spcPts val="0"/>
              </a:spcBef>
            </a:pPr>
            <a:r>
              <a:rPr lang="en-AU" dirty="0"/>
              <a:t>Initial estimate was ₤2.4B</a:t>
            </a:r>
          </a:p>
          <a:p>
            <a:pPr lvl="1">
              <a:spcBef>
                <a:spcPts val="0"/>
              </a:spcBef>
            </a:pPr>
            <a:r>
              <a:rPr lang="en-AU" dirty="0"/>
              <a:t>Updated to ₤12.4B, after 4 years</a:t>
            </a:r>
          </a:p>
          <a:p>
            <a:pPr lvl="1">
              <a:spcBef>
                <a:spcPts val="0"/>
              </a:spcBef>
            </a:pPr>
            <a:r>
              <a:rPr lang="en-AU" dirty="0"/>
              <a:t>Final cost over ₤20B, before being cancelled</a:t>
            </a:r>
          </a:p>
        </p:txBody>
      </p:sp>
      <p:sp>
        <p:nvSpPr>
          <p:cNvPr id="4" name="Footer Placeholder 3">
            <a:extLst>
              <a:ext uri="{FF2B5EF4-FFF2-40B4-BE49-F238E27FC236}">
                <a16:creationId xmlns:a16="http://schemas.microsoft.com/office/drawing/2014/main" id="{8D716FD3-0685-6496-36A4-CA34E5E638EF}"/>
              </a:ext>
            </a:extLst>
          </p:cNvPr>
          <p:cNvSpPr>
            <a:spLocks noGrp="1"/>
          </p:cNvSpPr>
          <p:nvPr>
            <p:ph type="ftr" sz="quarter" idx="10"/>
          </p:nvPr>
        </p:nvSpPr>
        <p:spPr/>
        <p:txBody>
          <a:bodyPr/>
          <a:lstStyle/>
          <a:p>
            <a:r>
              <a:rPr lang="en-US" dirty="0"/>
              <a:t>Chapter 1 Introduction</a:t>
            </a:r>
          </a:p>
        </p:txBody>
      </p:sp>
      <p:sp>
        <p:nvSpPr>
          <p:cNvPr id="5" name="Slide Number Placeholder 4">
            <a:extLst>
              <a:ext uri="{FF2B5EF4-FFF2-40B4-BE49-F238E27FC236}">
                <a16:creationId xmlns:a16="http://schemas.microsoft.com/office/drawing/2014/main" id="{62676415-BFB9-E375-31CA-F90B0A7DE9BF}"/>
              </a:ext>
            </a:extLst>
          </p:cNvPr>
          <p:cNvSpPr>
            <a:spLocks noGrp="1"/>
          </p:cNvSpPr>
          <p:nvPr>
            <p:ph type="sldNum" sz="quarter" idx="12"/>
          </p:nvPr>
        </p:nvSpPr>
        <p:spPr/>
        <p:txBody>
          <a:bodyPr/>
          <a:lstStyle/>
          <a:p>
            <a:fld id="{1D5CD492-2BC6-F348-9965-EC1D86DF57A8}" type="slidenum">
              <a:rPr lang="en-US" smtClean="0"/>
              <a:t>47</a:t>
            </a:fld>
            <a:endParaRPr lang="en-US"/>
          </a:p>
        </p:txBody>
      </p:sp>
    </p:spTree>
    <p:extLst>
      <p:ext uri="{BB962C8B-B14F-4D97-AF65-F5344CB8AC3E}">
        <p14:creationId xmlns:p14="http://schemas.microsoft.com/office/powerpoint/2010/main" val="570046466"/>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CD3221-19AF-48B5-9EDE-30E5662633A7}"/>
              </a:ext>
            </a:extLst>
          </p:cNvPr>
          <p:cNvSpPr>
            <a:spLocks noGrp="1"/>
          </p:cNvSpPr>
          <p:nvPr>
            <p:ph idx="1"/>
          </p:nvPr>
        </p:nvSpPr>
        <p:spPr/>
        <p:txBody>
          <a:bodyPr/>
          <a:lstStyle/>
          <a:p>
            <a:r>
              <a:rPr lang="en-AU" dirty="0"/>
              <a:t>Welsh NHS, Jan. 2018</a:t>
            </a:r>
          </a:p>
          <a:p>
            <a:pPr lvl="1"/>
            <a:r>
              <a:rPr lang="en-AU" dirty="0"/>
              <a:t>Could not access patient records</a:t>
            </a:r>
          </a:p>
          <a:p>
            <a:r>
              <a:rPr lang="en-AU" dirty="0"/>
              <a:t>England NHS, May 2017</a:t>
            </a:r>
          </a:p>
          <a:p>
            <a:pPr lvl="1"/>
            <a:r>
              <a:rPr lang="en-AU" dirty="0"/>
              <a:t>WannaCry Ransomware</a:t>
            </a:r>
          </a:p>
          <a:p>
            <a:pPr lvl="2"/>
            <a:r>
              <a:rPr lang="en-AU" dirty="0"/>
              <a:t>due to outdated environments (Windows 8 &amp; XP)</a:t>
            </a:r>
          </a:p>
          <a:p>
            <a:r>
              <a:rPr lang="en-AU" dirty="0"/>
              <a:t>Qld Health, May 2017</a:t>
            </a:r>
          </a:p>
          <a:p>
            <a:pPr lvl="1"/>
            <a:r>
              <a:rPr lang="en-AU" dirty="0"/>
              <a:t>Security patch ‘lost’ medical records</a:t>
            </a:r>
          </a:p>
          <a:p>
            <a:pPr lvl="2"/>
            <a:r>
              <a:rPr lang="en-AU" dirty="0"/>
              <a:t>&gt; 2 weeks to recover</a:t>
            </a:r>
          </a:p>
        </p:txBody>
      </p:sp>
      <p:sp>
        <p:nvSpPr>
          <p:cNvPr id="3" name="Title 2">
            <a:extLst>
              <a:ext uri="{FF2B5EF4-FFF2-40B4-BE49-F238E27FC236}">
                <a16:creationId xmlns:a16="http://schemas.microsoft.com/office/drawing/2014/main" id="{1F56F9B4-621C-46C9-BD0C-13E41FE54C30}"/>
              </a:ext>
            </a:extLst>
          </p:cNvPr>
          <p:cNvSpPr>
            <a:spLocks noGrp="1"/>
          </p:cNvSpPr>
          <p:nvPr>
            <p:ph type="title"/>
          </p:nvPr>
        </p:nvSpPr>
        <p:spPr/>
        <p:txBody>
          <a:bodyPr/>
          <a:lstStyle/>
          <a:p>
            <a:r>
              <a:rPr lang="en-AU" dirty="0"/>
              <a:t>Software Crisis in Health?</a:t>
            </a:r>
          </a:p>
        </p:txBody>
      </p:sp>
    </p:spTree>
    <p:extLst>
      <p:ext uri="{BB962C8B-B14F-4D97-AF65-F5344CB8AC3E}">
        <p14:creationId xmlns:p14="http://schemas.microsoft.com/office/powerpoint/2010/main" val="3836629477"/>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F9E787-2B54-4490-B056-E47DE7FD1F6A}"/>
              </a:ext>
            </a:extLst>
          </p:cNvPr>
          <p:cNvSpPr>
            <a:spLocks noGrp="1"/>
          </p:cNvSpPr>
          <p:nvPr>
            <p:ph type="title"/>
          </p:nvPr>
        </p:nvSpPr>
        <p:spPr/>
        <p:txBody>
          <a:bodyPr/>
          <a:lstStyle/>
          <a:p>
            <a:r>
              <a:rPr lang="en-AU" dirty="0"/>
              <a:t>Software Crisis in Banking?</a:t>
            </a:r>
          </a:p>
        </p:txBody>
      </p:sp>
      <p:pic>
        <p:nvPicPr>
          <p:cNvPr id="4" name="Picture 3" descr="User Homer Simpsons - Stack Overflow"/>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681" y="4596864"/>
            <a:ext cx="2454443" cy="2259780"/>
          </a:xfrm>
          <a:prstGeom prst="rect">
            <a:avLst/>
          </a:prstGeom>
        </p:spPr>
      </p:pic>
      <p:sp>
        <p:nvSpPr>
          <p:cNvPr id="2" name="Content Placeholder 1">
            <a:extLst>
              <a:ext uri="{FF2B5EF4-FFF2-40B4-BE49-F238E27FC236}">
                <a16:creationId xmlns:a16="http://schemas.microsoft.com/office/drawing/2014/main" id="{E09C7431-29C2-4276-9673-A0FD2CD2FACC}"/>
              </a:ext>
            </a:extLst>
          </p:cNvPr>
          <p:cNvSpPr>
            <a:spLocks noGrp="1"/>
          </p:cNvSpPr>
          <p:nvPr>
            <p:ph idx="1"/>
          </p:nvPr>
        </p:nvSpPr>
        <p:spPr/>
        <p:txBody>
          <a:bodyPr/>
          <a:lstStyle/>
          <a:p>
            <a:r>
              <a:rPr lang="en-AU" dirty="0"/>
              <a:t>Commonwealth Bank, Oct. 2024</a:t>
            </a:r>
          </a:p>
          <a:p>
            <a:pPr lvl="1"/>
            <a:r>
              <a:rPr lang="en-AU" dirty="0"/>
              <a:t>Duplicated debit transactions</a:t>
            </a:r>
          </a:p>
          <a:p>
            <a:pPr lvl="2"/>
            <a:r>
              <a:rPr lang="en-AU" dirty="0"/>
              <a:t>after upgrade</a:t>
            </a:r>
          </a:p>
          <a:p>
            <a:r>
              <a:rPr lang="en-AU" dirty="0"/>
              <a:t>Bangladesh Bank, Feb. 2016</a:t>
            </a:r>
          </a:p>
          <a:p>
            <a:pPr lvl="1"/>
            <a:r>
              <a:rPr lang="en-AU" dirty="0"/>
              <a:t>$81M successfully stolen – software security faults</a:t>
            </a:r>
          </a:p>
          <a:p>
            <a:pPr lvl="2"/>
            <a:r>
              <a:rPr lang="en-AU" dirty="0"/>
              <a:t>$870M cancelled due to thieves spelling mistake</a:t>
            </a:r>
          </a:p>
        </p:txBody>
      </p:sp>
    </p:spTree>
    <p:extLst>
      <p:ext uri="{BB962C8B-B14F-4D97-AF65-F5344CB8AC3E}">
        <p14:creationId xmlns:p14="http://schemas.microsoft.com/office/powerpoint/2010/main" val="2284527488"/>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A8C1-2283-4114-AD2D-48980DE8D92B}"/>
              </a:ext>
            </a:extLst>
          </p:cNvPr>
          <p:cNvSpPr>
            <a:spLocks noGrp="1"/>
          </p:cNvSpPr>
          <p:nvPr>
            <p:ph type="title"/>
          </p:nvPr>
        </p:nvSpPr>
        <p:spPr/>
        <p:txBody>
          <a:bodyPr/>
          <a:lstStyle/>
          <a:p>
            <a:r>
              <a:rPr lang="en-AU" dirty="0"/>
              <a:t>Software Crisis in Travel?</a:t>
            </a:r>
          </a:p>
        </p:txBody>
      </p:sp>
      <p:sp>
        <p:nvSpPr>
          <p:cNvPr id="3" name="Content Placeholder 2">
            <a:extLst>
              <a:ext uri="{FF2B5EF4-FFF2-40B4-BE49-F238E27FC236}">
                <a16:creationId xmlns:a16="http://schemas.microsoft.com/office/drawing/2014/main" id="{4D280C9F-2A57-493B-9C25-BDCC80B534BC}"/>
              </a:ext>
            </a:extLst>
          </p:cNvPr>
          <p:cNvSpPr>
            <a:spLocks noGrp="1"/>
          </p:cNvSpPr>
          <p:nvPr>
            <p:ph idx="1"/>
          </p:nvPr>
        </p:nvSpPr>
        <p:spPr/>
        <p:txBody>
          <a:bodyPr/>
          <a:lstStyle/>
          <a:p>
            <a:r>
              <a:rPr lang="en-AU" dirty="0"/>
              <a:t>British Airways, May 2017</a:t>
            </a:r>
          </a:p>
          <a:p>
            <a:pPr lvl="1"/>
            <a:r>
              <a:rPr lang="en-AU" dirty="0"/>
              <a:t>Global IT failure (6</a:t>
            </a:r>
            <a:r>
              <a:rPr lang="en-AU" baseline="30000" dirty="0"/>
              <a:t>th</a:t>
            </a:r>
            <a:r>
              <a:rPr lang="en-AU" dirty="0"/>
              <a:t> time in 2017)</a:t>
            </a:r>
          </a:p>
          <a:p>
            <a:pPr lvl="2"/>
            <a:r>
              <a:rPr lang="en-AU" dirty="0"/>
              <a:t>1000 flights &amp; 75,000 passengers affected</a:t>
            </a:r>
          </a:p>
          <a:p>
            <a:r>
              <a:rPr lang="en-AU" dirty="0"/>
              <a:t>Amadeus airport check-in, Sept. 2017</a:t>
            </a:r>
          </a:p>
          <a:p>
            <a:pPr lvl="1"/>
            <a:r>
              <a:rPr lang="en-AU" dirty="0"/>
              <a:t>7 airlines at 7 airports in 6 countries</a:t>
            </a:r>
          </a:p>
          <a:p>
            <a:pPr lvl="2"/>
            <a:r>
              <a:rPr lang="en-AU" dirty="0"/>
              <a:t>many others had short glitches</a:t>
            </a:r>
          </a:p>
          <a:p>
            <a:r>
              <a:rPr lang="en-AU" dirty="0"/>
              <a:t>American Airlines, Dec. 2017</a:t>
            </a:r>
          </a:p>
          <a:p>
            <a:pPr lvl="1"/>
            <a:r>
              <a:rPr lang="en-AU" dirty="0"/>
              <a:t>Scheduling system bug allowed most pilots to take holidays in Christmas week</a:t>
            </a:r>
          </a:p>
          <a:p>
            <a:pPr lvl="2"/>
            <a:r>
              <a:rPr lang="en-AU" dirty="0"/>
              <a:t>15,000 flights would have been affected</a:t>
            </a:r>
          </a:p>
        </p:txBody>
      </p:sp>
      <p:sp>
        <p:nvSpPr>
          <p:cNvPr id="6" name="Slide Number Placeholder 5">
            <a:extLst>
              <a:ext uri="{FF2B5EF4-FFF2-40B4-BE49-F238E27FC236}">
                <a16:creationId xmlns:a16="http://schemas.microsoft.com/office/drawing/2014/main" id="{A0C615B3-6E27-4B62-8133-476C4B113BEE}"/>
              </a:ext>
            </a:extLst>
          </p:cNvPr>
          <p:cNvSpPr>
            <a:spLocks noGrp="1"/>
          </p:cNvSpPr>
          <p:nvPr>
            <p:ph type="sldNum" sz="quarter" idx="12"/>
          </p:nvPr>
        </p:nvSpPr>
        <p:spPr/>
        <p:txBody>
          <a:bodyPr/>
          <a:lstStyle/>
          <a:p>
            <a:pPr>
              <a:defRPr/>
            </a:pPr>
            <a:fld id="{2505048C-9CA2-4356-B565-2FC324102B46}" type="slidenum">
              <a:rPr lang="en-AU" altLang="en-US" smtClean="0"/>
              <a:pPr>
                <a:defRPr/>
              </a:pPr>
              <a:t>50</a:t>
            </a:fld>
            <a:endParaRPr lang="en-AU" altLang="en-US"/>
          </a:p>
        </p:txBody>
      </p:sp>
    </p:spTree>
    <p:extLst>
      <p:ext uri="{BB962C8B-B14F-4D97-AF65-F5344CB8AC3E}">
        <p14:creationId xmlns:p14="http://schemas.microsoft.com/office/powerpoint/2010/main" val="573960519"/>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E19B6A-FFC7-4593-B518-AED7396FD9DB}"/>
              </a:ext>
            </a:extLst>
          </p:cNvPr>
          <p:cNvSpPr>
            <a:spLocks noGrp="1"/>
          </p:cNvSpPr>
          <p:nvPr>
            <p:ph idx="1"/>
          </p:nvPr>
        </p:nvSpPr>
        <p:spPr/>
        <p:txBody>
          <a:bodyPr/>
          <a:lstStyle/>
          <a:p>
            <a:r>
              <a:rPr lang="en-AU" dirty="0"/>
              <a:t>Google Nest, Jan. 2016</a:t>
            </a:r>
          </a:p>
          <a:p>
            <a:pPr lvl="1"/>
            <a:r>
              <a:rPr lang="en-AU" dirty="0"/>
              <a:t>Software update caused battery to drain</a:t>
            </a:r>
          </a:p>
          <a:p>
            <a:pPr lvl="2"/>
            <a:r>
              <a:rPr lang="en-AU" dirty="0"/>
              <a:t>could not control temperatures on coldest weekend</a:t>
            </a:r>
          </a:p>
          <a:p>
            <a:r>
              <a:rPr lang="en-AU" dirty="0"/>
              <a:t>Hive Thermostat in UK, Feb. 2016</a:t>
            </a:r>
          </a:p>
          <a:p>
            <a:pPr lvl="1"/>
            <a:r>
              <a:rPr lang="en-AU" dirty="0"/>
              <a:t>Software update set temperature to 32°C</a:t>
            </a:r>
          </a:p>
          <a:p>
            <a:pPr lvl="2"/>
            <a:r>
              <a:rPr lang="en-AU" dirty="0"/>
              <a:t>reset back to 32</a:t>
            </a:r>
            <a:r>
              <a:rPr lang="en-AU" dirty="0">
                <a:latin typeface="Times New Roman" panose="02020603050405020304" pitchFamily="18" charset="0"/>
                <a:cs typeface="Times New Roman" panose="02020603050405020304" pitchFamily="18" charset="0"/>
              </a:rPr>
              <a:t>°</a:t>
            </a:r>
            <a:r>
              <a:rPr lang="en-AU" dirty="0"/>
              <a:t>C after customer changes</a:t>
            </a:r>
          </a:p>
        </p:txBody>
      </p:sp>
      <p:sp>
        <p:nvSpPr>
          <p:cNvPr id="3" name="Title 2">
            <a:extLst>
              <a:ext uri="{FF2B5EF4-FFF2-40B4-BE49-F238E27FC236}">
                <a16:creationId xmlns:a16="http://schemas.microsoft.com/office/drawing/2014/main" id="{6E48FA43-D0D4-4287-A9F6-CC428BF498A2}"/>
              </a:ext>
            </a:extLst>
          </p:cNvPr>
          <p:cNvSpPr>
            <a:spLocks noGrp="1"/>
          </p:cNvSpPr>
          <p:nvPr>
            <p:ph type="title"/>
          </p:nvPr>
        </p:nvSpPr>
        <p:spPr/>
        <p:txBody>
          <a:bodyPr/>
          <a:lstStyle/>
          <a:p>
            <a:r>
              <a:rPr lang="en-AU" dirty="0"/>
              <a:t>Software Crisis in IoT?</a:t>
            </a:r>
          </a:p>
        </p:txBody>
      </p:sp>
    </p:spTree>
    <p:extLst>
      <p:ext uri="{BB962C8B-B14F-4D97-AF65-F5344CB8AC3E}">
        <p14:creationId xmlns:p14="http://schemas.microsoft.com/office/powerpoint/2010/main" val="4287091900"/>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31FB6B-8C78-4EF5-BDCA-D9F05C9A2CEF}"/>
              </a:ext>
            </a:extLst>
          </p:cNvPr>
          <p:cNvSpPr>
            <a:spLocks noGrp="1"/>
          </p:cNvSpPr>
          <p:nvPr>
            <p:ph idx="1"/>
          </p:nvPr>
        </p:nvSpPr>
        <p:spPr/>
        <p:txBody>
          <a:bodyPr/>
          <a:lstStyle/>
          <a:p>
            <a:r>
              <a:rPr lang="en-AU" dirty="0"/>
              <a:t>Nissan, 2015</a:t>
            </a:r>
          </a:p>
          <a:p>
            <a:pPr lvl="1"/>
            <a:r>
              <a:rPr lang="en-AU" dirty="0"/>
              <a:t>Airbag sensor couldn’t detect if adult was in seat</a:t>
            </a:r>
          </a:p>
          <a:p>
            <a:pPr lvl="2">
              <a:spcBef>
                <a:spcPts val="400"/>
              </a:spcBef>
            </a:pPr>
            <a:r>
              <a:rPr lang="en-AU" dirty="0"/>
              <a:t>3.5M cars recalled</a:t>
            </a:r>
          </a:p>
          <a:p>
            <a:r>
              <a:rPr lang="en-AU" dirty="0"/>
              <a:t>Fiat / Chrysler, May 2016</a:t>
            </a:r>
          </a:p>
          <a:p>
            <a:pPr lvl="1"/>
            <a:r>
              <a:rPr lang="en-AU" dirty="0"/>
              <a:t>Disabled airbags and seatbelts</a:t>
            </a:r>
          </a:p>
          <a:p>
            <a:pPr lvl="2">
              <a:spcBef>
                <a:spcPts val="400"/>
              </a:spcBef>
            </a:pPr>
            <a:r>
              <a:rPr lang="en-AU" dirty="0"/>
              <a:t>&gt; 1M trucks recalled &amp; at least one death</a:t>
            </a:r>
          </a:p>
          <a:p>
            <a:r>
              <a:rPr lang="en-AU" dirty="0"/>
              <a:t>Dodge Ram, 2016</a:t>
            </a:r>
          </a:p>
          <a:p>
            <a:pPr lvl="1"/>
            <a:r>
              <a:rPr lang="en-AU" dirty="0"/>
              <a:t>Airbags and seatbelts failed if truck rolled</a:t>
            </a:r>
          </a:p>
          <a:p>
            <a:pPr lvl="2">
              <a:spcBef>
                <a:spcPts val="400"/>
              </a:spcBef>
            </a:pPr>
            <a:r>
              <a:rPr lang="en-AU" dirty="0"/>
              <a:t>1.25M trucks recalled</a:t>
            </a:r>
          </a:p>
        </p:txBody>
      </p:sp>
      <p:sp>
        <p:nvSpPr>
          <p:cNvPr id="3" name="Title 2">
            <a:extLst>
              <a:ext uri="{FF2B5EF4-FFF2-40B4-BE49-F238E27FC236}">
                <a16:creationId xmlns:a16="http://schemas.microsoft.com/office/drawing/2014/main" id="{19832732-7A67-4AE5-814B-801A32A9E90E}"/>
              </a:ext>
            </a:extLst>
          </p:cNvPr>
          <p:cNvSpPr>
            <a:spLocks noGrp="1"/>
          </p:cNvSpPr>
          <p:nvPr>
            <p:ph type="title"/>
          </p:nvPr>
        </p:nvSpPr>
        <p:spPr/>
        <p:txBody>
          <a:bodyPr/>
          <a:lstStyle/>
          <a:p>
            <a:r>
              <a:rPr lang="en-AU" dirty="0"/>
              <a:t>Software Crisis in Transportation?</a:t>
            </a:r>
          </a:p>
        </p:txBody>
      </p:sp>
    </p:spTree>
    <p:extLst>
      <p:ext uri="{BB962C8B-B14F-4D97-AF65-F5344CB8AC3E}">
        <p14:creationId xmlns:p14="http://schemas.microsoft.com/office/powerpoint/2010/main" val="3653755435"/>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a:t>10 years until cancelled</a:t>
            </a:r>
          </a:p>
          <a:p>
            <a:r>
              <a:rPr lang="en-AU" dirty="0"/>
              <a:t>Initial estimate: ₤2.4B</a:t>
            </a:r>
          </a:p>
          <a:p>
            <a:pPr lvl="1"/>
            <a:r>
              <a:rPr lang="en-AU" dirty="0"/>
              <a:t>updated after 4 years to ₤12.4B</a:t>
            </a:r>
          </a:p>
          <a:p>
            <a:r>
              <a:rPr lang="en-AU" dirty="0"/>
              <a:t>Final cost: over ₤20B ($200B RMB)</a:t>
            </a:r>
          </a:p>
          <a:p>
            <a:pPr lvl="1"/>
            <a:r>
              <a:rPr lang="en-AU" dirty="0"/>
              <a:t>Bolivia’s GDP is almost ₤20B</a:t>
            </a:r>
          </a:p>
        </p:txBody>
      </p:sp>
      <p:sp>
        <p:nvSpPr>
          <p:cNvPr id="3" name="Title 2"/>
          <p:cNvSpPr>
            <a:spLocks noGrp="1"/>
          </p:cNvSpPr>
          <p:nvPr>
            <p:ph type="title"/>
          </p:nvPr>
        </p:nvSpPr>
        <p:spPr/>
        <p:txBody>
          <a:bodyPr/>
          <a:lstStyle/>
          <a:p>
            <a:r>
              <a:rPr lang="en-AU" dirty="0"/>
              <a:t>NHS in UK</a:t>
            </a:r>
          </a:p>
        </p:txBody>
      </p:sp>
    </p:spTree>
    <p:extLst>
      <p:ext uri="{BB962C8B-B14F-4D97-AF65-F5344CB8AC3E}">
        <p14:creationId xmlns:p14="http://schemas.microsoft.com/office/powerpoint/2010/main" val="2233523080"/>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E5E0E-0B40-EF40-5B5C-087BF5F5032E}"/>
              </a:ext>
            </a:extLst>
          </p:cNvPr>
          <p:cNvSpPr>
            <a:spLocks noGrp="1"/>
          </p:cNvSpPr>
          <p:nvPr>
            <p:ph type="title"/>
          </p:nvPr>
        </p:nvSpPr>
        <p:spPr/>
        <p:txBody>
          <a:bodyPr/>
          <a:lstStyle/>
          <a:p>
            <a:r>
              <a:rPr lang="en-AU" dirty="0"/>
              <a:t>Queensland Health Payroll</a:t>
            </a:r>
          </a:p>
        </p:txBody>
      </p:sp>
      <p:sp>
        <p:nvSpPr>
          <p:cNvPr id="3" name="Content Placeholder 2">
            <a:extLst>
              <a:ext uri="{FF2B5EF4-FFF2-40B4-BE49-F238E27FC236}">
                <a16:creationId xmlns:a16="http://schemas.microsoft.com/office/drawing/2014/main" id="{CFD27A02-6224-FA96-2A6D-516782BE052B}"/>
              </a:ext>
            </a:extLst>
          </p:cNvPr>
          <p:cNvSpPr>
            <a:spLocks noGrp="1"/>
          </p:cNvSpPr>
          <p:nvPr>
            <p:ph sz="half" idx="1"/>
          </p:nvPr>
        </p:nvSpPr>
        <p:spPr/>
        <p:txBody>
          <a:bodyPr/>
          <a:lstStyle/>
          <a:p>
            <a:r>
              <a:rPr lang="en-AU" sz="2600" dirty="0"/>
              <a:t>Started Dec. 2007</a:t>
            </a:r>
          </a:p>
          <a:p>
            <a:r>
              <a:rPr lang="en-AU" sz="2600" dirty="0"/>
              <a:t>Due July 2008</a:t>
            </a:r>
          </a:p>
          <a:p>
            <a:pPr marL="800100" lvl="1" indent="-342900">
              <a:buFont typeface="Arial" panose="020B0604020202020204" pitchFamily="34" charset="0"/>
              <a:buChar char="•"/>
            </a:pPr>
            <a:r>
              <a:rPr lang="en-AU" dirty="0"/>
              <a:t>Delivered March 2010</a:t>
            </a:r>
          </a:p>
          <a:p>
            <a:r>
              <a:rPr lang="en-AU" sz="2600" dirty="0"/>
              <a:t>Initial estimate: $7M</a:t>
            </a:r>
          </a:p>
          <a:p>
            <a:pPr marL="800100" lvl="1" indent="-342900">
              <a:buFont typeface="Arial" panose="020B0604020202020204" pitchFamily="34" charset="0"/>
              <a:buChar char="•"/>
            </a:pPr>
            <a:r>
              <a:rPr lang="en-AU" dirty="0"/>
              <a:t>Final cost: $102M</a:t>
            </a:r>
          </a:p>
        </p:txBody>
      </p:sp>
      <p:sp>
        <p:nvSpPr>
          <p:cNvPr id="4" name="Content Placeholder 3">
            <a:extLst>
              <a:ext uri="{FF2B5EF4-FFF2-40B4-BE49-F238E27FC236}">
                <a16:creationId xmlns:a16="http://schemas.microsoft.com/office/drawing/2014/main" id="{D6EA8A07-8D59-B534-B1F2-6C2C28E36C2D}"/>
              </a:ext>
            </a:extLst>
          </p:cNvPr>
          <p:cNvSpPr>
            <a:spLocks noGrp="1"/>
          </p:cNvSpPr>
          <p:nvPr>
            <p:ph sz="half" idx="2"/>
          </p:nvPr>
        </p:nvSpPr>
        <p:spPr/>
        <p:txBody>
          <a:bodyPr/>
          <a:lstStyle/>
          <a:p>
            <a:r>
              <a:rPr lang="en-AU" sz="2600" dirty="0"/>
              <a:t>Complete failure</a:t>
            </a:r>
          </a:p>
          <a:p>
            <a:pPr marL="800100" lvl="1" indent="-342900">
              <a:buFont typeface="Arial" panose="020B0604020202020204" pitchFamily="34" charset="0"/>
              <a:buChar char="•"/>
            </a:pPr>
            <a:r>
              <a:rPr lang="en-AU" dirty="0"/>
              <a:t>Cost to fix:</a:t>
            </a:r>
          </a:p>
          <a:p>
            <a:pPr lvl="2"/>
            <a:r>
              <a:rPr lang="en-AU" sz="2200" dirty="0"/>
              <a:t>over $800M</a:t>
            </a:r>
          </a:p>
          <a:p>
            <a:pPr lvl="3"/>
            <a:r>
              <a:rPr lang="en-AU" sz="2000" dirty="0"/>
              <a:t>so far …</a:t>
            </a:r>
          </a:p>
          <a:p>
            <a:pPr lvl="2"/>
            <a:r>
              <a:rPr lang="en-AU" sz="2200" dirty="0"/>
              <a:t>years left until fixed</a:t>
            </a:r>
          </a:p>
          <a:p>
            <a:pPr lvl="3"/>
            <a:r>
              <a:rPr lang="en-AU" sz="2000" dirty="0"/>
              <a:t>at another $400M+</a:t>
            </a:r>
          </a:p>
          <a:p>
            <a:pPr marL="800100" lvl="1" indent="-342900">
              <a:buFont typeface="Arial" panose="020B0604020202020204" pitchFamily="34" charset="0"/>
              <a:buChar char="•"/>
            </a:pPr>
            <a:r>
              <a:rPr lang="en-AU" dirty="0"/>
              <a:t>Staff over &amp; under paid</a:t>
            </a:r>
          </a:p>
          <a:p>
            <a:pPr lvl="2"/>
            <a:r>
              <a:rPr lang="en-AU" sz="2200" dirty="0"/>
              <a:t>for over a year</a:t>
            </a:r>
          </a:p>
          <a:p>
            <a:pPr lvl="2"/>
            <a:r>
              <a:rPr lang="en-AU" sz="2200" dirty="0"/>
              <a:t>over payments cost $62M</a:t>
            </a:r>
          </a:p>
        </p:txBody>
      </p:sp>
      <p:sp>
        <p:nvSpPr>
          <p:cNvPr id="5" name="Footer Placeholder 4">
            <a:extLst>
              <a:ext uri="{FF2B5EF4-FFF2-40B4-BE49-F238E27FC236}">
                <a16:creationId xmlns:a16="http://schemas.microsoft.com/office/drawing/2014/main" id="{DDE5016B-6C8B-1DCC-76F4-F5050A7F3946}"/>
              </a:ext>
            </a:extLst>
          </p:cNvPr>
          <p:cNvSpPr>
            <a:spLocks noGrp="1"/>
          </p:cNvSpPr>
          <p:nvPr>
            <p:ph type="ftr" sz="quarter" idx="11"/>
          </p:nvPr>
        </p:nvSpPr>
        <p:spPr/>
        <p:txBody>
          <a:bodyPr/>
          <a:lstStyle/>
          <a:p>
            <a:pPr>
              <a:defRPr/>
            </a:pPr>
            <a:r>
              <a:rPr lang="en-US"/>
              <a:t>Chapter 1 Introduction</a:t>
            </a:r>
          </a:p>
        </p:txBody>
      </p:sp>
      <p:sp>
        <p:nvSpPr>
          <p:cNvPr id="6" name="Slide Number Placeholder 5">
            <a:extLst>
              <a:ext uri="{FF2B5EF4-FFF2-40B4-BE49-F238E27FC236}">
                <a16:creationId xmlns:a16="http://schemas.microsoft.com/office/drawing/2014/main" id="{79A6A5E1-2853-EB51-F34E-11E2C6CBB69C}"/>
              </a:ext>
            </a:extLst>
          </p:cNvPr>
          <p:cNvSpPr>
            <a:spLocks noGrp="1"/>
          </p:cNvSpPr>
          <p:nvPr>
            <p:ph type="sldNum" sz="quarter" idx="12"/>
          </p:nvPr>
        </p:nvSpPr>
        <p:spPr/>
        <p:txBody>
          <a:bodyPr/>
          <a:lstStyle/>
          <a:p>
            <a:pPr>
              <a:defRPr/>
            </a:pPr>
            <a:fld id="{FE6C1ACB-37F4-2E4E-A02F-3AD2C3500E5B}" type="slidenum">
              <a:rPr lang="en-GB" smtClean="0"/>
              <a:pPr>
                <a:defRPr/>
              </a:pPr>
              <a:t>54</a:t>
            </a:fld>
            <a:endParaRPr lang="en-GB" dirty="0"/>
          </a:p>
        </p:txBody>
      </p:sp>
    </p:spTree>
    <p:extLst>
      <p:ext uri="{BB962C8B-B14F-4D97-AF65-F5344CB8AC3E}">
        <p14:creationId xmlns:p14="http://schemas.microsoft.com/office/powerpoint/2010/main" val="3612785427"/>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wipe(down)">
                                      <p:cBhvr>
                                        <p:cTn id="23" dur="580">
                                          <p:stCondLst>
                                            <p:cond delay="0"/>
                                          </p:stCondLst>
                                        </p:cTn>
                                        <p:tgtEl>
                                          <p:spTgt spid="4">
                                            <p:txEl>
                                              <p:pRg st="1" end="1"/>
                                            </p:txEl>
                                          </p:spTgt>
                                        </p:tgtEl>
                                      </p:cBhvr>
                                    </p:animEffect>
                                    <p:anim calcmode="lin" valueType="num">
                                      <p:cBhvr>
                                        <p:cTn id="24"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4">
                                            <p:txEl>
                                              <p:pRg st="1" end="1"/>
                                            </p:txEl>
                                          </p:spTgt>
                                        </p:tgtEl>
                                      </p:cBhvr>
                                      <p:to x="100000" y="60000"/>
                                    </p:animScale>
                                    <p:animScale>
                                      <p:cBhvr>
                                        <p:cTn id="30" dur="166" decel="50000">
                                          <p:stCondLst>
                                            <p:cond delay="676"/>
                                          </p:stCondLst>
                                        </p:cTn>
                                        <p:tgtEl>
                                          <p:spTgt spid="4">
                                            <p:txEl>
                                              <p:pRg st="1" end="1"/>
                                            </p:txEl>
                                          </p:spTgt>
                                        </p:tgtEl>
                                      </p:cBhvr>
                                      <p:to x="100000" y="100000"/>
                                    </p:animScale>
                                    <p:animScale>
                                      <p:cBhvr>
                                        <p:cTn id="31" dur="26">
                                          <p:stCondLst>
                                            <p:cond delay="1312"/>
                                          </p:stCondLst>
                                        </p:cTn>
                                        <p:tgtEl>
                                          <p:spTgt spid="4">
                                            <p:txEl>
                                              <p:pRg st="1" end="1"/>
                                            </p:txEl>
                                          </p:spTgt>
                                        </p:tgtEl>
                                      </p:cBhvr>
                                      <p:to x="100000" y="80000"/>
                                    </p:animScale>
                                    <p:animScale>
                                      <p:cBhvr>
                                        <p:cTn id="32" dur="166" decel="50000">
                                          <p:stCondLst>
                                            <p:cond delay="1338"/>
                                          </p:stCondLst>
                                        </p:cTn>
                                        <p:tgtEl>
                                          <p:spTgt spid="4">
                                            <p:txEl>
                                              <p:pRg st="1" end="1"/>
                                            </p:txEl>
                                          </p:spTgt>
                                        </p:tgtEl>
                                      </p:cBhvr>
                                      <p:to x="100000" y="100000"/>
                                    </p:animScale>
                                    <p:animScale>
                                      <p:cBhvr>
                                        <p:cTn id="33" dur="26">
                                          <p:stCondLst>
                                            <p:cond delay="1642"/>
                                          </p:stCondLst>
                                        </p:cTn>
                                        <p:tgtEl>
                                          <p:spTgt spid="4">
                                            <p:txEl>
                                              <p:pRg st="1" end="1"/>
                                            </p:txEl>
                                          </p:spTgt>
                                        </p:tgtEl>
                                      </p:cBhvr>
                                      <p:to x="100000" y="90000"/>
                                    </p:animScale>
                                    <p:animScale>
                                      <p:cBhvr>
                                        <p:cTn id="34" dur="166" decel="50000">
                                          <p:stCondLst>
                                            <p:cond delay="1668"/>
                                          </p:stCondLst>
                                        </p:cTn>
                                        <p:tgtEl>
                                          <p:spTgt spid="4">
                                            <p:txEl>
                                              <p:pRg st="1" end="1"/>
                                            </p:txEl>
                                          </p:spTgt>
                                        </p:tgtEl>
                                      </p:cBhvr>
                                      <p:to x="100000" y="100000"/>
                                    </p:animScale>
                                    <p:animScale>
                                      <p:cBhvr>
                                        <p:cTn id="35" dur="26">
                                          <p:stCondLst>
                                            <p:cond delay="1808"/>
                                          </p:stCondLst>
                                        </p:cTn>
                                        <p:tgtEl>
                                          <p:spTgt spid="4">
                                            <p:txEl>
                                              <p:pRg st="1" end="1"/>
                                            </p:txEl>
                                          </p:spTgt>
                                        </p:tgtEl>
                                      </p:cBhvr>
                                      <p:to x="100000" y="95000"/>
                                    </p:animScale>
                                    <p:animScale>
                                      <p:cBhvr>
                                        <p:cTn id="36" dur="166" decel="50000">
                                          <p:stCondLst>
                                            <p:cond delay="1834"/>
                                          </p:stCondLst>
                                        </p:cTn>
                                        <p:tgtEl>
                                          <p:spTgt spid="4">
                                            <p:txEl>
                                              <p:pRg st="1" end="1"/>
                                            </p:txEl>
                                          </p:spTgt>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Effect transition="in" filter="wipe(down)">
                                      <p:cBhvr>
                                        <p:cTn id="39" dur="580">
                                          <p:stCondLst>
                                            <p:cond delay="0"/>
                                          </p:stCondLst>
                                        </p:cTn>
                                        <p:tgtEl>
                                          <p:spTgt spid="4">
                                            <p:txEl>
                                              <p:pRg st="2" end="2"/>
                                            </p:txEl>
                                          </p:spTgt>
                                        </p:tgtEl>
                                      </p:cBhvr>
                                    </p:animEffect>
                                    <p:anim calcmode="lin" valueType="num">
                                      <p:cBhvr>
                                        <p:cTn id="40"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4">
                                            <p:txEl>
                                              <p:pRg st="2" end="2"/>
                                            </p:txEl>
                                          </p:spTgt>
                                        </p:tgtEl>
                                      </p:cBhvr>
                                      <p:to x="100000" y="60000"/>
                                    </p:animScale>
                                    <p:animScale>
                                      <p:cBhvr>
                                        <p:cTn id="46" dur="166" decel="50000">
                                          <p:stCondLst>
                                            <p:cond delay="676"/>
                                          </p:stCondLst>
                                        </p:cTn>
                                        <p:tgtEl>
                                          <p:spTgt spid="4">
                                            <p:txEl>
                                              <p:pRg st="2" end="2"/>
                                            </p:txEl>
                                          </p:spTgt>
                                        </p:tgtEl>
                                      </p:cBhvr>
                                      <p:to x="100000" y="100000"/>
                                    </p:animScale>
                                    <p:animScale>
                                      <p:cBhvr>
                                        <p:cTn id="47" dur="26">
                                          <p:stCondLst>
                                            <p:cond delay="1312"/>
                                          </p:stCondLst>
                                        </p:cTn>
                                        <p:tgtEl>
                                          <p:spTgt spid="4">
                                            <p:txEl>
                                              <p:pRg st="2" end="2"/>
                                            </p:txEl>
                                          </p:spTgt>
                                        </p:tgtEl>
                                      </p:cBhvr>
                                      <p:to x="100000" y="80000"/>
                                    </p:animScale>
                                    <p:animScale>
                                      <p:cBhvr>
                                        <p:cTn id="48" dur="166" decel="50000">
                                          <p:stCondLst>
                                            <p:cond delay="1338"/>
                                          </p:stCondLst>
                                        </p:cTn>
                                        <p:tgtEl>
                                          <p:spTgt spid="4">
                                            <p:txEl>
                                              <p:pRg st="2" end="2"/>
                                            </p:txEl>
                                          </p:spTgt>
                                        </p:tgtEl>
                                      </p:cBhvr>
                                      <p:to x="100000" y="100000"/>
                                    </p:animScale>
                                    <p:animScale>
                                      <p:cBhvr>
                                        <p:cTn id="49" dur="26">
                                          <p:stCondLst>
                                            <p:cond delay="1642"/>
                                          </p:stCondLst>
                                        </p:cTn>
                                        <p:tgtEl>
                                          <p:spTgt spid="4">
                                            <p:txEl>
                                              <p:pRg st="2" end="2"/>
                                            </p:txEl>
                                          </p:spTgt>
                                        </p:tgtEl>
                                      </p:cBhvr>
                                      <p:to x="100000" y="90000"/>
                                    </p:animScale>
                                    <p:animScale>
                                      <p:cBhvr>
                                        <p:cTn id="50" dur="166" decel="50000">
                                          <p:stCondLst>
                                            <p:cond delay="1668"/>
                                          </p:stCondLst>
                                        </p:cTn>
                                        <p:tgtEl>
                                          <p:spTgt spid="4">
                                            <p:txEl>
                                              <p:pRg st="2" end="2"/>
                                            </p:txEl>
                                          </p:spTgt>
                                        </p:tgtEl>
                                      </p:cBhvr>
                                      <p:to x="100000" y="100000"/>
                                    </p:animScale>
                                    <p:animScale>
                                      <p:cBhvr>
                                        <p:cTn id="51" dur="26">
                                          <p:stCondLst>
                                            <p:cond delay="1808"/>
                                          </p:stCondLst>
                                        </p:cTn>
                                        <p:tgtEl>
                                          <p:spTgt spid="4">
                                            <p:txEl>
                                              <p:pRg st="2" end="2"/>
                                            </p:txEl>
                                          </p:spTgt>
                                        </p:tgtEl>
                                      </p:cBhvr>
                                      <p:to x="100000" y="95000"/>
                                    </p:animScale>
                                    <p:animScale>
                                      <p:cBhvr>
                                        <p:cTn id="52" dur="166" decel="50000">
                                          <p:stCondLst>
                                            <p:cond delay="1834"/>
                                          </p:stCondLst>
                                        </p:cTn>
                                        <p:tgtEl>
                                          <p:spTgt spid="4">
                                            <p:txEl>
                                              <p:pRg st="2" end="2"/>
                                            </p:txEl>
                                          </p:spTgt>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animEffect transition="in" filter="wipe(down)">
                                      <p:cBhvr>
                                        <p:cTn id="55" dur="580">
                                          <p:stCondLst>
                                            <p:cond delay="0"/>
                                          </p:stCondLst>
                                        </p:cTn>
                                        <p:tgtEl>
                                          <p:spTgt spid="4">
                                            <p:txEl>
                                              <p:pRg st="3" end="3"/>
                                            </p:txEl>
                                          </p:spTgt>
                                        </p:tgtEl>
                                      </p:cBhvr>
                                    </p:animEffect>
                                    <p:anim calcmode="lin" valueType="num">
                                      <p:cBhvr>
                                        <p:cTn id="56" dur="1822" tmFilter="0,0; 0.14,0.36; 0.43,0.73; 0.71,0.91; 1.0,1.0">
                                          <p:stCondLst>
                                            <p:cond delay="0"/>
                                          </p:stCondLst>
                                        </p:cTn>
                                        <p:tgtEl>
                                          <p:spTgt spid="4">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4">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4">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4">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4">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4">
                                            <p:txEl>
                                              <p:pRg st="3" end="3"/>
                                            </p:txEl>
                                          </p:spTgt>
                                        </p:tgtEl>
                                      </p:cBhvr>
                                      <p:to x="100000" y="60000"/>
                                    </p:animScale>
                                    <p:animScale>
                                      <p:cBhvr>
                                        <p:cTn id="62" dur="166" decel="50000">
                                          <p:stCondLst>
                                            <p:cond delay="676"/>
                                          </p:stCondLst>
                                        </p:cTn>
                                        <p:tgtEl>
                                          <p:spTgt spid="4">
                                            <p:txEl>
                                              <p:pRg st="3" end="3"/>
                                            </p:txEl>
                                          </p:spTgt>
                                        </p:tgtEl>
                                      </p:cBhvr>
                                      <p:to x="100000" y="100000"/>
                                    </p:animScale>
                                    <p:animScale>
                                      <p:cBhvr>
                                        <p:cTn id="63" dur="26">
                                          <p:stCondLst>
                                            <p:cond delay="1312"/>
                                          </p:stCondLst>
                                        </p:cTn>
                                        <p:tgtEl>
                                          <p:spTgt spid="4">
                                            <p:txEl>
                                              <p:pRg st="3" end="3"/>
                                            </p:txEl>
                                          </p:spTgt>
                                        </p:tgtEl>
                                      </p:cBhvr>
                                      <p:to x="100000" y="80000"/>
                                    </p:animScale>
                                    <p:animScale>
                                      <p:cBhvr>
                                        <p:cTn id="64" dur="166" decel="50000">
                                          <p:stCondLst>
                                            <p:cond delay="1338"/>
                                          </p:stCondLst>
                                        </p:cTn>
                                        <p:tgtEl>
                                          <p:spTgt spid="4">
                                            <p:txEl>
                                              <p:pRg st="3" end="3"/>
                                            </p:txEl>
                                          </p:spTgt>
                                        </p:tgtEl>
                                      </p:cBhvr>
                                      <p:to x="100000" y="100000"/>
                                    </p:animScale>
                                    <p:animScale>
                                      <p:cBhvr>
                                        <p:cTn id="65" dur="26">
                                          <p:stCondLst>
                                            <p:cond delay="1642"/>
                                          </p:stCondLst>
                                        </p:cTn>
                                        <p:tgtEl>
                                          <p:spTgt spid="4">
                                            <p:txEl>
                                              <p:pRg st="3" end="3"/>
                                            </p:txEl>
                                          </p:spTgt>
                                        </p:tgtEl>
                                      </p:cBhvr>
                                      <p:to x="100000" y="90000"/>
                                    </p:animScale>
                                    <p:animScale>
                                      <p:cBhvr>
                                        <p:cTn id="66" dur="166" decel="50000">
                                          <p:stCondLst>
                                            <p:cond delay="1668"/>
                                          </p:stCondLst>
                                        </p:cTn>
                                        <p:tgtEl>
                                          <p:spTgt spid="4">
                                            <p:txEl>
                                              <p:pRg st="3" end="3"/>
                                            </p:txEl>
                                          </p:spTgt>
                                        </p:tgtEl>
                                      </p:cBhvr>
                                      <p:to x="100000" y="100000"/>
                                    </p:animScale>
                                    <p:animScale>
                                      <p:cBhvr>
                                        <p:cTn id="67" dur="26">
                                          <p:stCondLst>
                                            <p:cond delay="1808"/>
                                          </p:stCondLst>
                                        </p:cTn>
                                        <p:tgtEl>
                                          <p:spTgt spid="4">
                                            <p:txEl>
                                              <p:pRg st="3" end="3"/>
                                            </p:txEl>
                                          </p:spTgt>
                                        </p:tgtEl>
                                      </p:cBhvr>
                                      <p:to x="100000" y="95000"/>
                                    </p:animScale>
                                    <p:animScale>
                                      <p:cBhvr>
                                        <p:cTn id="68" dur="166" decel="50000">
                                          <p:stCondLst>
                                            <p:cond delay="1834"/>
                                          </p:stCondLst>
                                        </p:cTn>
                                        <p:tgtEl>
                                          <p:spTgt spid="4">
                                            <p:txEl>
                                              <p:pRg st="3" end="3"/>
                                            </p:txEl>
                                          </p:spTgt>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4">
                                            <p:txEl>
                                              <p:pRg st="4" end="4"/>
                                            </p:txEl>
                                          </p:spTgt>
                                        </p:tgtEl>
                                        <p:attrNameLst>
                                          <p:attrName>style.visibility</p:attrName>
                                        </p:attrNameLst>
                                      </p:cBhvr>
                                      <p:to>
                                        <p:strVal val="visible"/>
                                      </p:to>
                                    </p:set>
                                    <p:animEffect transition="in" filter="wipe(down)">
                                      <p:cBhvr>
                                        <p:cTn id="71" dur="580">
                                          <p:stCondLst>
                                            <p:cond delay="0"/>
                                          </p:stCondLst>
                                        </p:cTn>
                                        <p:tgtEl>
                                          <p:spTgt spid="4">
                                            <p:txEl>
                                              <p:pRg st="4" end="4"/>
                                            </p:txEl>
                                          </p:spTgt>
                                        </p:tgtEl>
                                      </p:cBhvr>
                                    </p:animEffect>
                                    <p:anim calcmode="lin" valueType="num">
                                      <p:cBhvr>
                                        <p:cTn id="72" dur="1822" tmFilter="0,0; 0.14,0.36; 0.43,0.73; 0.71,0.91; 1.0,1.0">
                                          <p:stCondLst>
                                            <p:cond delay="0"/>
                                          </p:stCondLst>
                                        </p:cTn>
                                        <p:tgtEl>
                                          <p:spTgt spid="4">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4">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4">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4">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4">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4">
                                            <p:txEl>
                                              <p:pRg st="4" end="4"/>
                                            </p:txEl>
                                          </p:spTgt>
                                        </p:tgtEl>
                                      </p:cBhvr>
                                      <p:to x="100000" y="60000"/>
                                    </p:animScale>
                                    <p:animScale>
                                      <p:cBhvr>
                                        <p:cTn id="78" dur="166" decel="50000">
                                          <p:stCondLst>
                                            <p:cond delay="676"/>
                                          </p:stCondLst>
                                        </p:cTn>
                                        <p:tgtEl>
                                          <p:spTgt spid="4">
                                            <p:txEl>
                                              <p:pRg st="4" end="4"/>
                                            </p:txEl>
                                          </p:spTgt>
                                        </p:tgtEl>
                                      </p:cBhvr>
                                      <p:to x="100000" y="100000"/>
                                    </p:animScale>
                                    <p:animScale>
                                      <p:cBhvr>
                                        <p:cTn id="79" dur="26">
                                          <p:stCondLst>
                                            <p:cond delay="1312"/>
                                          </p:stCondLst>
                                        </p:cTn>
                                        <p:tgtEl>
                                          <p:spTgt spid="4">
                                            <p:txEl>
                                              <p:pRg st="4" end="4"/>
                                            </p:txEl>
                                          </p:spTgt>
                                        </p:tgtEl>
                                      </p:cBhvr>
                                      <p:to x="100000" y="80000"/>
                                    </p:animScale>
                                    <p:animScale>
                                      <p:cBhvr>
                                        <p:cTn id="80" dur="166" decel="50000">
                                          <p:stCondLst>
                                            <p:cond delay="1338"/>
                                          </p:stCondLst>
                                        </p:cTn>
                                        <p:tgtEl>
                                          <p:spTgt spid="4">
                                            <p:txEl>
                                              <p:pRg st="4" end="4"/>
                                            </p:txEl>
                                          </p:spTgt>
                                        </p:tgtEl>
                                      </p:cBhvr>
                                      <p:to x="100000" y="100000"/>
                                    </p:animScale>
                                    <p:animScale>
                                      <p:cBhvr>
                                        <p:cTn id="81" dur="26">
                                          <p:stCondLst>
                                            <p:cond delay="1642"/>
                                          </p:stCondLst>
                                        </p:cTn>
                                        <p:tgtEl>
                                          <p:spTgt spid="4">
                                            <p:txEl>
                                              <p:pRg st="4" end="4"/>
                                            </p:txEl>
                                          </p:spTgt>
                                        </p:tgtEl>
                                      </p:cBhvr>
                                      <p:to x="100000" y="90000"/>
                                    </p:animScale>
                                    <p:animScale>
                                      <p:cBhvr>
                                        <p:cTn id="82" dur="166" decel="50000">
                                          <p:stCondLst>
                                            <p:cond delay="1668"/>
                                          </p:stCondLst>
                                        </p:cTn>
                                        <p:tgtEl>
                                          <p:spTgt spid="4">
                                            <p:txEl>
                                              <p:pRg st="4" end="4"/>
                                            </p:txEl>
                                          </p:spTgt>
                                        </p:tgtEl>
                                      </p:cBhvr>
                                      <p:to x="100000" y="100000"/>
                                    </p:animScale>
                                    <p:animScale>
                                      <p:cBhvr>
                                        <p:cTn id="83" dur="26">
                                          <p:stCondLst>
                                            <p:cond delay="1808"/>
                                          </p:stCondLst>
                                        </p:cTn>
                                        <p:tgtEl>
                                          <p:spTgt spid="4">
                                            <p:txEl>
                                              <p:pRg st="4" end="4"/>
                                            </p:txEl>
                                          </p:spTgt>
                                        </p:tgtEl>
                                      </p:cBhvr>
                                      <p:to x="100000" y="95000"/>
                                    </p:animScale>
                                    <p:animScale>
                                      <p:cBhvr>
                                        <p:cTn id="84" dur="166" decel="50000">
                                          <p:stCondLst>
                                            <p:cond delay="1834"/>
                                          </p:stCondLst>
                                        </p:cTn>
                                        <p:tgtEl>
                                          <p:spTgt spid="4">
                                            <p:txEl>
                                              <p:pRg st="4" end="4"/>
                                            </p:txEl>
                                          </p:spTgt>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4">
                                            <p:txEl>
                                              <p:pRg st="5" end="5"/>
                                            </p:txEl>
                                          </p:spTgt>
                                        </p:tgtEl>
                                        <p:attrNameLst>
                                          <p:attrName>style.visibility</p:attrName>
                                        </p:attrNameLst>
                                      </p:cBhvr>
                                      <p:to>
                                        <p:strVal val="visible"/>
                                      </p:to>
                                    </p:set>
                                    <p:animEffect transition="in" filter="wipe(down)">
                                      <p:cBhvr>
                                        <p:cTn id="87" dur="580">
                                          <p:stCondLst>
                                            <p:cond delay="0"/>
                                          </p:stCondLst>
                                        </p:cTn>
                                        <p:tgtEl>
                                          <p:spTgt spid="4">
                                            <p:txEl>
                                              <p:pRg st="5" end="5"/>
                                            </p:txEl>
                                          </p:spTgt>
                                        </p:tgtEl>
                                      </p:cBhvr>
                                    </p:animEffect>
                                    <p:anim calcmode="lin" valueType="num">
                                      <p:cBhvr>
                                        <p:cTn id="88" dur="1822" tmFilter="0,0; 0.14,0.36; 0.43,0.73; 0.71,0.91; 1.0,1.0">
                                          <p:stCondLst>
                                            <p:cond delay="0"/>
                                          </p:stCondLst>
                                        </p:cTn>
                                        <p:tgtEl>
                                          <p:spTgt spid="4">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4">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4">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4">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4">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4">
                                            <p:txEl>
                                              <p:pRg st="5" end="5"/>
                                            </p:txEl>
                                          </p:spTgt>
                                        </p:tgtEl>
                                      </p:cBhvr>
                                      <p:to x="100000" y="60000"/>
                                    </p:animScale>
                                    <p:animScale>
                                      <p:cBhvr>
                                        <p:cTn id="94" dur="166" decel="50000">
                                          <p:stCondLst>
                                            <p:cond delay="676"/>
                                          </p:stCondLst>
                                        </p:cTn>
                                        <p:tgtEl>
                                          <p:spTgt spid="4">
                                            <p:txEl>
                                              <p:pRg st="5" end="5"/>
                                            </p:txEl>
                                          </p:spTgt>
                                        </p:tgtEl>
                                      </p:cBhvr>
                                      <p:to x="100000" y="100000"/>
                                    </p:animScale>
                                    <p:animScale>
                                      <p:cBhvr>
                                        <p:cTn id="95" dur="26">
                                          <p:stCondLst>
                                            <p:cond delay="1312"/>
                                          </p:stCondLst>
                                        </p:cTn>
                                        <p:tgtEl>
                                          <p:spTgt spid="4">
                                            <p:txEl>
                                              <p:pRg st="5" end="5"/>
                                            </p:txEl>
                                          </p:spTgt>
                                        </p:tgtEl>
                                      </p:cBhvr>
                                      <p:to x="100000" y="80000"/>
                                    </p:animScale>
                                    <p:animScale>
                                      <p:cBhvr>
                                        <p:cTn id="96" dur="166" decel="50000">
                                          <p:stCondLst>
                                            <p:cond delay="1338"/>
                                          </p:stCondLst>
                                        </p:cTn>
                                        <p:tgtEl>
                                          <p:spTgt spid="4">
                                            <p:txEl>
                                              <p:pRg st="5" end="5"/>
                                            </p:txEl>
                                          </p:spTgt>
                                        </p:tgtEl>
                                      </p:cBhvr>
                                      <p:to x="100000" y="100000"/>
                                    </p:animScale>
                                    <p:animScale>
                                      <p:cBhvr>
                                        <p:cTn id="97" dur="26">
                                          <p:stCondLst>
                                            <p:cond delay="1642"/>
                                          </p:stCondLst>
                                        </p:cTn>
                                        <p:tgtEl>
                                          <p:spTgt spid="4">
                                            <p:txEl>
                                              <p:pRg st="5" end="5"/>
                                            </p:txEl>
                                          </p:spTgt>
                                        </p:tgtEl>
                                      </p:cBhvr>
                                      <p:to x="100000" y="90000"/>
                                    </p:animScale>
                                    <p:animScale>
                                      <p:cBhvr>
                                        <p:cTn id="98" dur="166" decel="50000">
                                          <p:stCondLst>
                                            <p:cond delay="1668"/>
                                          </p:stCondLst>
                                        </p:cTn>
                                        <p:tgtEl>
                                          <p:spTgt spid="4">
                                            <p:txEl>
                                              <p:pRg st="5" end="5"/>
                                            </p:txEl>
                                          </p:spTgt>
                                        </p:tgtEl>
                                      </p:cBhvr>
                                      <p:to x="100000" y="100000"/>
                                    </p:animScale>
                                    <p:animScale>
                                      <p:cBhvr>
                                        <p:cTn id="99" dur="26">
                                          <p:stCondLst>
                                            <p:cond delay="1808"/>
                                          </p:stCondLst>
                                        </p:cTn>
                                        <p:tgtEl>
                                          <p:spTgt spid="4">
                                            <p:txEl>
                                              <p:pRg st="5" end="5"/>
                                            </p:txEl>
                                          </p:spTgt>
                                        </p:tgtEl>
                                      </p:cBhvr>
                                      <p:to x="100000" y="95000"/>
                                    </p:animScale>
                                    <p:animScale>
                                      <p:cBhvr>
                                        <p:cTn id="100" dur="166" decel="50000">
                                          <p:stCondLst>
                                            <p:cond delay="1834"/>
                                          </p:stCondLst>
                                        </p:cTn>
                                        <p:tgtEl>
                                          <p:spTgt spid="4">
                                            <p:txEl>
                                              <p:pRg st="5" end="5"/>
                                            </p:txEl>
                                          </p:spTgt>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4">
                                            <p:txEl>
                                              <p:pRg st="6" end="6"/>
                                            </p:txEl>
                                          </p:spTgt>
                                        </p:tgtEl>
                                        <p:attrNameLst>
                                          <p:attrName>style.visibility</p:attrName>
                                        </p:attrNameLst>
                                      </p:cBhvr>
                                      <p:to>
                                        <p:strVal val="visible"/>
                                      </p:to>
                                    </p:set>
                                    <p:animEffect transition="in" filter="wipe(down)">
                                      <p:cBhvr>
                                        <p:cTn id="103" dur="580">
                                          <p:stCondLst>
                                            <p:cond delay="0"/>
                                          </p:stCondLst>
                                        </p:cTn>
                                        <p:tgtEl>
                                          <p:spTgt spid="4">
                                            <p:txEl>
                                              <p:pRg st="6" end="6"/>
                                            </p:txEl>
                                          </p:spTgt>
                                        </p:tgtEl>
                                      </p:cBhvr>
                                    </p:animEffect>
                                    <p:anim calcmode="lin" valueType="num">
                                      <p:cBhvr>
                                        <p:cTn id="104" dur="1822" tmFilter="0,0; 0.14,0.36; 0.43,0.73; 0.71,0.91; 1.0,1.0">
                                          <p:stCondLst>
                                            <p:cond delay="0"/>
                                          </p:stCondLst>
                                        </p:cTn>
                                        <p:tgtEl>
                                          <p:spTgt spid="4">
                                            <p:txEl>
                                              <p:pRg st="6" end="6"/>
                                            </p:txEl>
                                          </p:spTgt>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4">
                                            <p:txEl>
                                              <p:pRg st="6" end="6"/>
                                            </p:txEl>
                                          </p:spTgt>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4">
                                            <p:txEl>
                                              <p:pRg st="6" end="6"/>
                                            </p:txEl>
                                          </p:spTgt>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4">
                                            <p:txEl>
                                              <p:pRg st="6" end="6"/>
                                            </p:txEl>
                                          </p:spTgt>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4">
                                            <p:txEl>
                                              <p:pRg st="6" end="6"/>
                                            </p:txEl>
                                          </p:spTgt>
                                        </p:tgtEl>
                                        <p:attrNameLst>
                                          <p:attrName>ppt_y</p:attrName>
                                        </p:attrNameLst>
                                      </p:cBhvr>
                                      <p:tavLst>
                                        <p:tav tm="0" fmla="#ppt_y-sin(pi*$)/81">
                                          <p:val>
                                            <p:fltVal val="0"/>
                                          </p:val>
                                        </p:tav>
                                        <p:tav tm="100000">
                                          <p:val>
                                            <p:fltVal val="1"/>
                                          </p:val>
                                        </p:tav>
                                      </p:tavLst>
                                    </p:anim>
                                    <p:animScale>
                                      <p:cBhvr>
                                        <p:cTn id="109" dur="26">
                                          <p:stCondLst>
                                            <p:cond delay="650"/>
                                          </p:stCondLst>
                                        </p:cTn>
                                        <p:tgtEl>
                                          <p:spTgt spid="4">
                                            <p:txEl>
                                              <p:pRg st="6" end="6"/>
                                            </p:txEl>
                                          </p:spTgt>
                                        </p:tgtEl>
                                      </p:cBhvr>
                                      <p:to x="100000" y="60000"/>
                                    </p:animScale>
                                    <p:animScale>
                                      <p:cBhvr>
                                        <p:cTn id="110" dur="166" decel="50000">
                                          <p:stCondLst>
                                            <p:cond delay="676"/>
                                          </p:stCondLst>
                                        </p:cTn>
                                        <p:tgtEl>
                                          <p:spTgt spid="4">
                                            <p:txEl>
                                              <p:pRg st="6" end="6"/>
                                            </p:txEl>
                                          </p:spTgt>
                                        </p:tgtEl>
                                      </p:cBhvr>
                                      <p:to x="100000" y="100000"/>
                                    </p:animScale>
                                    <p:animScale>
                                      <p:cBhvr>
                                        <p:cTn id="111" dur="26">
                                          <p:stCondLst>
                                            <p:cond delay="1312"/>
                                          </p:stCondLst>
                                        </p:cTn>
                                        <p:tgtEl>
                                          <p:spTgt spid="4">
                                            <p:txEl>
                                              <p:pRg st="6" end="6"/>
                                            </p:txEl>
                                          </p:spTgt>
                                        </p:tgtEl>
                                      </p:cBhvr>
                                      <p:to x="100000" y="80000"/>
                                    </p:animScale>
                                    <p:animScale>
                                      <p:cBhvr>
                                        <p:cTn id="112" dur="166" decel="50000">
                                          <p:stCondLst>
                                            <p:cond delay="1338"/>
                                          </p:stCondLst>
                                        </p:cTn>
                                        <p:tgtEl>
                                          <p:spTgt spid="4">
                                            <p:txEl>
                                              <p:pRg st="6" end="6"/>
                                            </p:txEl>
                                          </p:spTgt>
                                        </p:tgtEl>
                                      </p:cBhvr>
                                      <p:to x="100000" y="100000"/>
                                    </p:animScale>
                                    <p:animScale>
                                      <p:cBhvr>
                                        <p:cTn id="113" dur="26">
                                          <p:stCondLst>
                                            <p:cond delay="1642"/>
                                          </p:stCondLst>
                                        </p:cTn>
                                        <p:tgtEl>
                                          <p:spTgt spid="4">
                                            <p:txEl>
                                              <p:pRg st="6" end="6"/>
                                            </p:txEl>
                                          </p:spTgt>
                                        </p:tgtEl>
                                      </p:cBhvr>
                                      <p:to x="100000" y="90000"/>
                                    </p:animScale>
                                    <p:animScale>
                                      <p:cBhvr>
                                        <p:cTn id="114" dur="166" decel="50000">
                                          <p:stCondLst>
                                            <p:cond delay="1668"/>
                                          </p:stCondLst>
                                        </p:cTn>
                                        <p:tgtEl>
                                          <p:spTgt spid="4">
                                            <p:txEl>
                                              <p:pRg st="6" end="6"/>
                                            </p:txEl>
                                          </p:spTgt>
                                        </p:tgtEl>
                                      </p:cBhvr>
                                      <p:to x="100000" y="100000"/>
                                    </p:animScale>
                                    <p:animScale>
                                      <p:cBhvr>
                                        <p:cTn id="115" dur="26">
                                          <p:stCondLst>
                                            <p:cond delay="1808"/>
                                          </p:stCondLst>
                                        </p:cTn>
                                        <p:tgtEl>
                                          <p:spTgt spid="4">
                                            <p:txEl>
                                              <p:pRg st="6" end="6"/>
                                            </p:txEl>
                                          </p:spTgt>
                                        </p:tgtEl>
                                      </p:cBhvr>
                                      <p:to x="100000" y="95000"/>
                                    </p:animScale>
                                    <p:animScale>
                                      <p:cBhvr>
                                        <p:cTn id="116" dur="166" decel="50000">
                                          <p:stCondLst>
                                            <p:cond delay="1834"/>
                                          </p:stCondLst>
                                        </p:cTn>
                                        <p:tgtEl>
                                          <p:spTgt spid="4">
                                            <p:txEl>
                                              <p:pRg st="6" end="6"/>
                                            </p:txEl>
                                          </p:spTgt>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4">
                                            <p:txEl>
                                              <p:pRg st="7" end="7"/>
                                            </p:txEl>
                                          </p:spTgt>
                                        </p:tgtEl>
                                        <p:attrNameLst>
                                          <p:attrName>style.visibility</p:attrName>
                                        </p:attrNameLst>
                                      </p:cBhvr>
                                      <p:to>
                                        <p:strVal val="visible"/>
                                      </p:to>
                                    </p:set>
                                    <p:animEffect transition="in" filter="wipe(down)">
                                      <p:cBhvr>
                                        <p:cTn id="119" dur="580">
                                          <p:stCondLst>
                                            <p:cond delay="0"/>
                                          </p:stCondLst>
                                        </p:cTn>
                                        <p:tgtEl>
                                          <p:spTgt spid="4">
                                            <p:txEl>
                                              <p:pRg st="7" end="7"/>
                                            </p:txEl>
                                          </p:spTgt>
                                        </p:tgtEl>
                                      </p:cBhvr>
                                    </p:animEffect>
                                    <p:anim calcmode="lin" valueType="num">
                                      <p:cBhvr>
                                        <p:cTn id="120" dur="1822" tmFilter="0,0; 0.14,0.36; 0.43,0.73; 0.71,0.91; 1.0,1.0">
                                          <p:stCondLst>
                                            <p:cond delay="0"/>
                                          </p:stCondLst>
                                        </p:cTn>
                                        <p:tgtEl>
                                          <p:spTgt spid="4">
                                            <p:txEl>
                                              <p:pRg st="7" end="7"/>
                                            </p:txEl>
                                          </p:spTgt>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4">
                                            <p:txEl>
                                              <p:pRg st="7" end="7"/>
                                            </p:txEl>
                                          </p:spTgt>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4">
                                            <p:txEl>
                                              <p:pRg st="7" end="7"/>
                                            </p:txEl>
                                          </p:spTgt>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4">
                                            <p:txEl>
                                              <p:pRg st="7" end="7"/>
                                            </p:txEl>
                                          </p:spTgt>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4">
                                            <p:txEl>
                                              <p:pRg st="7" end="7"/>
                                            </p:txEl>
                                          </p:spTgt>
                                        </p:tgtEl>
                                        <p:attrNameLst>
                                          <p:attrName>ppt_y</p:attrName>
                                        </p:attrNameLst>
                                      </p:cBhvr>
                                      <p:tavLst>
                                        <p:tav tm="0" fmla="#ppt_y-sin(pi*$)/81">
                                          <p:val>
                                            <p:fltVal val="0"/>
                                          </p:val>
                                        </p:tav>
                                        <p:tav tm="100000">
                                          <p:val>
                                            <p:fltVal val="1"/>
                                          </p:val>
                                        </p:tav>
                                      </p:tavLst>
                                    </p:anim>
                                    <p:animScale>
                                      <p:cBhvr>
                                        <p:cTn id="125" dur="26">
                                          <p:stCondLst>
                                            <p:cond delay="650"/>
                                          </p:stCondLst>
                                        </p:cTn>
                                        <p:tgtEl>
                                          <p:spTgt spid="4">
                                            <p:txEl>
                                              <p:pRg st="7" end="7"/>
                                            </p:txEl>
                                          </p:spTgt>
                                        </p:tgtEl>
                                      </p:cBhvr>
                                      <p:to x="100000" y="60000"/>
                                    </p:animScale>
                                    <p:animScale>
                                      <p:cBhvr>
                                        <p:cTn id="126" dur="166" decel="50000">
                                          <p:stCondLst>
                                            <p:cond delay="676"/>
                                          </p:stCondLst>
                                        </p:cTn>
                                        <p:tgtEl>
                                          <p:spTgt spid="4">
                                            <p:txEl>
                                              <p:pRg st="7" end="7"/>
                                            </p:txEl>
                                          </p:spTgt>
                                        </p:tgtEl>
                                      </p:cBhvr>
                                      <p:to x="100000" y="100000"/>
                                    </p:animScale>
                                    <p:animScale>
                                      <p:cBhvr>
                                        <p:cTn id="127" dur="26">
                                          <p:stCondLst>
                                            <p:cond delay="1312"/>
                                          </p:stCondLst>
                                        </p:cTn>
                                        <p:tgtEl>
                                          <p:spTgt spid="4">
                                            <p:txEl>
                                              <p:pRg st="7" end="7"/>
                                            </p:txEl>
                                          </p:spTgt>
                                        </p:tgtEl>
                                      </p:cBhvr>
                                      <p:to x="100000" y="80000"/>
                                    </p:animScale>
                                    <p:animScale>
                                      <p:cBhvr>
                                        <p:cTn id="128" dur="166" decel="50000">
                                          <p:stCondLst>
                                            <p:cond delay="1338"/>
                                          </p:stCondLst>
                                        </p:cTn>
                                        <p:tgtEl>
                                          <p:spTgt spid="4">
                                            <p:txEl>
                                              <p:pRg st="7" end="7"/>
                                            </p:txEl>
                                          </p:spTgt>
                                        </p:tgtEl>
                                      </p:cBhvr>
                                      <p:to x="100000" y="100000"/>
                                    </p:animScale>
                                    <p:animScale>
                                      <p:cBhvr>
                                        <p:cTn id="129" dur="26">
                                          <p:stCondLst>
                                            <p:cond delay="1642"/>
                                          </p:stCondLst>
                                        </p:cTn>
                                        <p:tgtEl>
                                          <p:spTgt spid="4">
                                            <p:txEl>
                                              <p:pRg st="7" end="7"/>
                                            </p:txEl>
                                          </p:spTgt>
                                        </p:tgtEl>
                                      </p:cBhvr>
                                      <p:to x="100000" y="90000"/>
                                    </p:animScale>
                                    <p:animScale>
                                      <p:cBhvr>
                                        <p:cTn id="130" dur="166" decel="50000">
                                          <p:stCondLst>
                                            <p:cond delay="1668"/>
                                          </p:stCondLst>
                                        </p:cTn>
                                        <p:tgtEl>
                                          <p:spTgt spid="4">
                                            <p:txEl>
                                              <p:pRg st="7" end="7"/>
                                            </p:txEl>
                                          </p:spTgt>
                                        </p:tgtEl>
                                      </p:cBhvr>
                                      <p:to x="100000" y="100000"/>
                                    </p:animScale>
                                    <p:animScale>
                                      <p:cBhvr>
                                        <p:cTn id="131" dur="26">
                                          <p:stCondLst>
                                            <p:cond delay="1808"/>
                                          </p:stCondLst>
                                        </p:cTn>
                                        <p:tgtEl>
                                          <p:spTgt spid="4">
                                            <p:txEl>
                                              <p:pRg st="7" end="7"/>
                                            </p:txEl>
                                          </p:spTgt>
                                        </p:tgtEl>
                                      </p:cBhvr>
                                      <p:to x="100000" y="95000"/>
                                    </p:animScale>
                                    <p:animScale>
                                      <p:cBhvr>
                                        <p:cTn id="132" dur="166" decel="50000">
                                          <p:stCondLst>
                                            <p:cond delay="1834"/>
                                          </p:stCondLst>
                                        </p:cTn>
                                        <p:tgtEl>
                                          <p:spTgt spid="4">
                                            <p:txEl>
                                              <p:pRg st="7" end="7"/>
                                            </p:txEl>
                                          </p:spTgt>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4">
                                            <p:txEl>
                                              <p:pRg st="8" end="8"/>
                                            </p:txEl>
                                          </p:spTgt>
                                        </p:tgtEl>
                                        <p:attrNameLst>
                                          <p:attrName>style.visibility</p:attrName>
                                        </p:attrNameLst>
                                      </p:cBhvr>
                                      <p:to>
                                        <p:strVal val="visible"/>
                                      </p:to>
                                    </p:set>
                                    <p:animEffect transition="in" filter="wipe(down)">
                                      <p:cBhvr>
                                        <p:cTn id="135" dur="580">
                                          <p:stCondLst>
                                            <p:cond delay="0"/>
                                          </p:stCondLst>
                                        </p:cTn>
                                        <p:tgtEl>
                                          <p:spTgt spid="4">
                                            <p:txEl>
                                              <p:pRg st="8" end="8"/>
                                            </p:txEl>
                                          </p:spTgt>
                                        </p:tgtEl>
                                      </p:cBhvr>
                                    </p:animEffect>
                                    <p:anim calcmode="lin" valueType="num">
                                      <p:cBhvr>
                                        <p:cTn id="136" dur="1822" tmFilter="0,0; 0.14,0.36; 0.43,0.73; 0.71,0.91; 1.0,1.0">
                                          <p:stCondLst>
                                            <p:cond delay="0"/>
                                          </p:stCondLst>
                                        </p:cTn>
                                        <p:tgtEl>
                                          <p:spTgt spid="4">
                                            <p:txEl>
                                              <p:pRg st="8" end="8"/>
                                            </p:txEl>
                                          </p:spTgt>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4">
                                            <p:txEl>
                                              <p:pRg st="8" end="8"/>
                                            </p:txEl>
                                          </p:spTgt>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4">
                                            <p:txEl>
                                              <p:pRg st="8" end="8"/>
                                            </p:txEl>
                                          </p:spTgt>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4">
                                            <p:txEl>
                                              <p:pRg st="8" end="8"/>
                                            </p:txEl>
                                          </p:spTgt>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4">
                                            <p:txEl>
                                              <p:pRg st="8" end="8"/>
                                            </p:txEl>
                                          </p:spTgt>
                                        </p:tgtEl>
                                        <p:attrNameLst>
                                          <p:attrName>ppt_y</p:attrName>
                                        </p:attrNameLst>
                                      </p:cBhvr>
                                      <p:tavLst>
                                        <p:tav tm="0" fmla="#ppt_y-sin(pi*$)/81">
                                          <p:val>
                                            <p:fltVal val="0"/>
                                          </p:val>
                                        </p:tav>
                                        <p:tav tm="100000">
                                          <p:val>
                                            <p:fltVal val="1"/>
                                          </p:val>
                                        </p:tav>
                                      </p:tavLst>
                                    </p:anim>
                                    <p:animScale>
                                      <p:cBhvr>
                                        <p:cTn id="141" dur="26">
                                          <p:stCondLst>
                                            <p:cond delay="650"/>
                                          </p:stCondLst>
                                        </p:cTn>
                                        <p:tgtEl>
                                          <p:spTgt spid="4">
                                            <p:txEl>
                                              <p:pRg st="8" end="8"/>
                                            </p:txEl>
                                          </p:spTgt>
                                        </p:tgtEl>
                                      </p:cBhvr>
                                      <p:to x="100000" y="60000"/>
                                    </p:animScale>
                                    <p:animScale>
                                      <p:cBhvr>
                                        <p:cTn id="142" dur="166" decel="50000">
                                          <p:stCondLst>
                                            <p:cond delay="676"/>
                                          </p:stCondLst>
                                        </p:cTn>
                                        <p:tgtEl>
                                          <p:spTgt spid="4">
                                            <p:txEl>
                                              <p:pRg st="8" end="8"/>
                                            </p:txEl>
                                          </p:spTgt>
                                        </p:tgtEl>
                                      </p:cBhvr>
                                      <p:to x="100000" y="100000"/>
                                    </p:animScale>
                                    <p:animScale>
                                      <p:cBhvr>
                                        <p:cTn id="143" dur="26">
                                          <p:stCondLst>
                                            <p:cond delay="1312"/>
                                          </p:stCondLst>
                                        </p:cTn>
                                        <p:tgtEl>
                                          <p:spTgt spid="4">
                                            <p:txEl>
                                              <p:pRg st="8" end="8"/>
                                            </p:txEl>
                                          </p:spTgt>
                                        </p:tgtEl>
                                      </p:cBhvr>
                                      <p:to x="100000" y="80000"/>
                                    </p:animScale>
                                    <p:animScale>
                                      <p:cBhvr>
                                        <p:cTn id="144" dur="166" decel="50000">
                                          <p:stCondLst>
                                            <p:cond delay="1338"/>
                                          </p:stCondLst>
                                        </p:cTn>
                                        <p:tgtEl>
                                          <p:spTgt spid="4">
                                            <p:txEl>
                                              <p:pRg st="8" end="8"/>
                                            </p:txEl>
                                          </p:spTgt>
                                        </p:tgtEl>
                                      </p:cBhvr>
                                      <p:to x="100000" y="100000"/>
                                    </p:animScale>
                                    <p:animScale>
                                      <p:cBhvr>
                                        <p:cTn id="145" dur="26">
                                          <p:stCondLst>
                                            <p:cond delay="1642"/>
                                          </p:stCondLst>
                                        </p:cTn>
                                        <p:tgtEl>
                                          <p:spTgt spid="4">
                                            <p:txEl>
                                              <p:pRg st="8" end="8"/>
                                            </p:txEl>
                                          </p:spTgt>
                                        </p:tgtEl>
                                      </p:cBhvr>
                                      <p:to x="100000" y="90000"/>
                                    </p:animScale>
                                    <p:animScale>
                                      <p:cBhvr>
                                        <p:cTn id="146" dur="166" decel="50000">
                                          <p:stCondLst>
                                            <p:cond delay="1668"/>
                                          </p:stCondLst>
                                        </p:cTn>
                                        <p:tgtEl>
                                          <p:spTgt spid="4">
                                            <p:txEl>
                                              <p:pRg st="8" end="8"/>
                                            </p:txEl>
                                          </p:spTgt>
                                        </p:tgtEl>
                                      </p:cBhvr>
                                      <p:to x="100000" y="100000"/>
                                    </p:animScale>
                                    <p:animScale>
                                      <p:cBhvr>
                                        <p:cTn id="147" dur="26">
                                          <p:stCondLst>
                                            <p:cond delay="1808"/>
                                          </p:stCondLst>
                                        </p:cTn>
                                        <p:tgtEl>
                                          <p:spTgt spid="4">
                                            <p:txEl>
                                              <p:pRg st="8" end="8"/>
                                            </p:txEl>
                                          </p:spTgt>
                                        </p:tgtEl>
                                      </p:cBhvr>
                                      <p:to x="100000" y="95000"/>
                                    </p:animScale>
                                    <p:animScale>
                                      <p:cBhvr>
                                        <p:cTn id="148" dur="166" decel="50000">
                                          <p:stCondLst>
                                            <p:cond delay="1834"/>
                                          </p:stCondLst>
                                        </p:cTn>
                                        <p:tgtEl>
                                          <p:spTgt spid="4">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0594C-93CF-93E9-6B02-B677E84AF8DF}"/>
              </a:ext>
            </a:extLst>
          </p:cNvPr>
          <p:cNvSpPr>
            <a:spLocks noGrp="1"/>
          </p:cNvSpPr>
          <p:nvPr>
            <p:ph type="title"/>
          </p:nvPr>
        </p:nvSpPr>
        <p:spPr/>
        <p:txBody>
          <a:bodyPr/>
          <a:lstStyle/>
          <a:p>
            <a:r>
              <a:rPr lang="en-AU" dirty="0"/>
              <a:t>Queensland Health Payroll</a:t>
            </a:r>
          </a:p>
        </p:txBody>
      </p:sp>
      <p:sp>
        <p:nvSpPr>
          <p:cNvPr id="3" name="Content Placeholder 2">
            <a:extLst>
              <a:ext uri="{FF2B5EF4-FFF2-40B4-BE49-F238E27FC236}">
                <a16:creationId xmlns:a16="http://schemas.microsoft.com/office/drawing/2014/main" id="{45059586-47A0-C5CE-AD94-3EF0EE41E8CB}"/>
              </a:ext>
            </a:extLst>
          </p:cNvPr>
          <p:cNvSpPr>
            <a:spLocks noGrp="1"/>
          </p:cNvSpPr>
          <p:nvPr>
            <p:ph idx="1"/>
          </p:nvPr>
        </p:nvSpPr>
        <p:spPr/>
        <p:txBody>
          <a:bodyPr/>
          <a:lstStyle/>
          <a:p>
            <a:r>
              <a:rPr lang="en-AU" dirty="0"/>
              <a:t>Typical large project</a:t>
            </a:r>
          </a:p>
          <a:p>
            <a:pPr lvl="1"/>
            <a:r>
              <a:rPr lang="en-AU" dirty="0"/>
              <a:t>Went off the rails – not uncommon for large projects</a:t>
            </a:r>
          </a:p>
          <a:p>
            <a:pPr lvl="2"/>
            <a:r>
              <a:rPr lang="en-AU" sz="2000" dirty="0"/>
              <a:t>First signs of problems in Feb. 2008</a:t>
            </a:r>
          </a:p>
          <a:p>
            <a:pPr lvl="3"/>
            <a:r>
              <a:rPr lang="en-AU" b="1" dirty="0"/>
              <a:t>2</a:t>
            </a:r>
            <a:r>
              <a:rPr lang="en-AU" dirty="0"/>
              <a:t> </a:t>
            </a:r>
            <a:r>
              <a:rPr lang="en-AU" b="1" dirty="0"/>
              <a:t>months</a:t>
            </a:r>
            <a:r>
              <a:rPr lang="en-AU" dirty="0"/>
              <a:t> after starting</a:t>
            </a:r>
          </a:p>
          <a:p>
            <a:r>
              <a:rPr lang="en-AU" dirty="0"/>
              <a:t>System couldn’t cope with all the different payment schemes</a:t>
            </a:r>
          </a:p>
          <a:p>
            <a:pPr lvl="1"/>
            <a:r>
              <a:rPr lang="en-AU" dirty="0"/>
              <a:t>roles, pay scale, overtime, …</a:t>
            </a:r>
          </a:p>
        </p:txBody>
      </p:sp>
      <p:sp>
        <p:nvSpPr>
          <p:cNvPr id="4" name="Footer Placeholder 3">
            <a:extLst>
              <a:ext uri="{FF2B5EF4-FFF2-40B4-BE49-F238E27FC236}">
                <a16:creationId xmlns:a16="http://schemas.microsoft.com/office/drawing/2014/main" id="{5542F03A-D273-979C-A6FF-B6FC2BEF7CE8}"/>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D892F501-AC20-EC48-70CC-EA386FE32C63}"/>
              </a:ext>
            </a:extLst>
          </p:cNvPr>
          <p:cNvSpPr>
            <a:spLocks noGrp="1"/>
          </p:cNvSpPr>
          <p:nvPr>
            <p:ph type="sldNum" sz="quarter" idx="12"/>
          </p:nvPr>
        </p:nvSpPr>
        <p:spPr/>
        <p:txBody>
          <a:bodyPr/>
          <a:lstStyle/>
          <a:p>
            <a:fld id="{1D5CD492-2BC6-F348-9965-EC1D86DF57A8}" type="slidenum">
              <a:rPr lang="en-US" smtClean="0"/>
              <a:t>55</a:t>
            </a:fld>
            <a:endParaRPr lang="en-US"/>
          </a:p>
        </p:txBody>
      </p:sp>
    </p:spTree>
    <p:extLst>
      <p:ext uri="{BB962C8B-B14F-4D97-AF65-F5344CB8AC3E}">
        <p14:creationId xmlns:p14="http://schemas.microsoft.com/office/powerpoint/2010/main" val="2880571691"/>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7417C-C7D2-208D-93F0-B6FB9D124870}"/>
              </a:ext>
            </a:extLst>
          </p:cNvPr>
          <p:cNvSpPr>
            <a:spLocks noGrp="1"/>
          </p:cNvSpPr>
          <p:nvPr>
            <p:ph type="title"/>
          </p:nvPr>
        </p:nvSpPr>
        <p:spPr/>
        <p:txBody>
          <a:bodyPr/>
          <a:lstStyle/>
          <a:p>
            <a:r>
              <a:rPr lang="en-AU" dirty="0"/>
              <a:t>Queensland Health Payroll</a:t>
            </a:r>
          </a:p>
        </p:txBody>
      </p:sp>
      <p:sp>
        <p:nvSpPr>
          <p:cNvPr id="3" name="Content Placeholder 2">
            <a:extLst>
              <a:ext uri="{FF2B5EF4-FFF2-40B4-BE49-F238E27FC236}">
                <a16:creationId xmlns:a16="http://schemas.microsoft.com/office/drawing/2014/main" id="{3F5E5D67-0C22-B06E-B55A-76D9F8104A48}"/>
              </a:ext>
            </a:extLst>
          </p:cNvPr>
          <p:cNvSpPr>
            <a:spLocks noGrp="1"/>
          </p:cNvSpPr>
          <p:nvPr>
            <p:ph idx="1"/>
          </p:nvPr>
        </p:nvSpPr>
        <p:spPr/>
        <p:txBody>
          <a:bodyPr/>
          <a:lstStyle/>
          <a:p>
            <a:r>
              <a:rPr lang="en-AU" dirty="0"/>
              <a:t>Requirements First</a:t>
            </a:r>
          </a:p>
          <a:p>
            <a:pPr lvl="1"/>
            <a:r>
              <a:rPr lang="en-AU" dirty="0"/>
              <a:t>Never verified or validated</a:t>
            </a:r>
          </a:p>
          <a:p>
            <a:r>
              <a:rPr lang="en-AU" dirty="0"/>
              <a:t>Big Design Up Front (BDUF)</a:t>
            </a:r>
          </a:p>
          <a:p>
            <a:pPr lvl="1"/>
            <a:r>
              <a:rPr lang="en-AU" dirty="0"/>
              <a:t>Also never validated</a:t>
            </a:r>
          </a:p>
          <a:p>
            <a:r>
              <a:rPr lang="en-AU" dirty="0"/>
              <a:t>Implemented Design</a:t>
            </a:r>
          </a:p>
          <a:p>
            <a:r>
              <a:rPr lang="en-AU" dirty="0"/>
              <a:t>Never Passed Acceptance Tests</a:t>
            </a:r>
          </a:p>
          <a:p>
            <a:pPr lvl="1"/>
            <a:r>
              <a:rPr lang="en-AU" dirty="0"/>
              <a:t>&gt;50 Severity 2 </a:t>
            </a:r>
          </a:p>
          <a:p>
            <a:r>
              <a:rPr lang="en-AU" dirty="0"/>
              <a:t>Released it</a:t>
            </a:r>
          </a:p>
          <a:p>
            <a:pPr lvl="1"/>
            <a:r>
              <a:rPr lang="en-AU" dirty="0"/>
              <a:t>Without a trial run on real data</a:t>
            </a:r>
          </a:p>
          <a:p>
            <a:r>
              <a:rPr lang="en-AU" dirty="0"/>
              <a:t>BANG!</a:t>
            </a:r>
          </a:p>
          <a:p>
            <a:pPr lvl="1"/>
            <a:r>
              <a:rPr lang="en-AU" dirty="0"/>
              <a:t>It didn’t work</a:t>
            </a:r>
          </a:p>
        </p:txBody>
      </p:sp>
      <p:sp>
        <p:nvSpPr>
          <p:cNvPr id="4" name="Footer Placeholder 3">
            <a:extLst>
              <a:ext uri="{FF2B5EF4-FFF2-40B4-BE49-F238E27FC236}">
                <a16:creationId xmlns:a16="http://schemas.microsoft.com/office/drawing/2014/main" id="{04B2BFEE-C0D6-B209-8334-6BB1A41403F7}"/>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C0D546A4-B64A-AA91-A059-199EE166B49A}"/>
              </a:ext>
            </a:extLst>
          </p:cNvPr>
          <p:cNvSpPr>
            <a:spLocks noGrp="1"/>
          </p:cNvSpPr>
          <p:nvPr>
            <p:ph type="sldNum" sz="quarter" idx="12"/>
          </p:nvPr>
        </p:nvSpPr>
        <p:spPr/>
        <p:txBody>
          <a:bodyPr/>
          <a:lstStyle/>
          <a:p>
            <a:fld id="{1D5CD492-2BC6-F348-9965-EC1D86DF57A8}" type="slidenum">
              <a:rPr lang="en-US" smtClean="0"/>
              <a:t>56</a:t>
            </a:fld>
            <a:endParaRPr lang="en-US"/>
          </a:p>
        </p:txBody>
      </p:sp>
    </p:spTree>
    <p:extLst>
      <p:ext uri="{BB962C8B-B14F-4D97-AF65-F5344CB8AC3E}">
        <p14:creationId xmlns:p14="http://schemas.microsoft.com/office/powerpoint/2010/main" val="3353276406"/>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5EDF1-E1A0-0FF1-8E17-9A9B643FA24C}"/>
              </a:ext>
            </a:extLst>
          </p:cNvPr>
          <p:cNvSpPr>
            <a:spLocks noGrp="1"/>
          </p:cNvSpPr>
          <p:nvPr>
            <p:ph type="title"/>
          </p:nvPr>
        </p:nvSpPr>
        <p:spPr/>
        <p:txBody>
          <a:bodyPr/>
          <a:lstStyle/>
          <a:p>
            <a:r>
              <a:rPr lang="en-AU" dirty="0"/>
              <a:t>China Software Failures</a:t>
            </a:r>
          </a:p>
        </p:txBody>
      </p:sp>
      <p:sp>
        <p:nvSpPr>
          <p:cNvPr id="3" name="Content Placeholder 2">
            <a:extLst>
              <a:ext uri="{FF2B5EF4-FFF2-40B4-BE49-F238E27FC236}">
                <a16:creationId xmlns:a16="http://schemas.microsoft.com/office/drawing/2014/main" id="{A6FB3CFF-DA65-E369-68E6-FDD9C5DCCA43}"/>
              </a:ext>
            </a:extLst>
          </p:cNvPr>
          <p:cNvSpPr>
            <a:spLocks noGrp="1"/>
          </p:cNvSpPr>
          <p:nvPr>
            <p:ph idx="1"/>
          </p:nvPr>
        </p:nvSpPr>
        <p:spPr/>
        <p:txBody>
          <a:bodyPr/>
          <a:lstStyle/>
          <a:p>
            <a:r>
              <a:rPr lang="en-AU" dirty="0"/>
              <a:t>Find 3 examples of software project failures in China</a:t>
            </a:r>
          </a:p>
          <a:p>
            <a:pPr lvl="1"/>
            <a:r>
              <a:rPr lang="en-AU" dirty="0"/>
              <a:t>Industry or government</a:t>
            </a:r>
          </a:p>
          <a:p>
            <a:pPr lvl="1"/>
            <a:r>
              <a:rPr lang="en-AU" dirty="0"/>
              <a:t>10 minutes</a:t>
            </a:r>
          </a:p>
          <a:p>
            <a:r>
              <a:rPr lang="en-AU" dirty="0"/>
              <a:t>List all examples that everyone found</a:t>
            </a:r>
          </a:p>
          <a:p>
            <a:r>
              <a:rPr lang="en-AU" dirty="0"/>
              <a:t>Select one</a:t>
            </a:r>
          </a:p>
          <a:p>
            <a:pPr lvl="1"/>
            <a:r>
              <a:rPr lang="en-AU" dirty="0"/>
              <a:t>Distribute list across class</a:t>
            </a:r>
          </a:p>
          <a:p>
            <a:r>
              <a:rPr lang="en-AU" dirty="0"/>
              <a:t>Search for causes</a:t>
            </a:r>
          </a:p>
          <a:p>
            <a:pPr lvl="1"/>
            <a:r>
              <a:rPr lang="en-AU" dirty="0"/>
              <a:t>What issues likely contributed to the failure</a:t>
            </a:r>
          </a:p>
          <a:p>
            <a:pPr lvl="1"/>
            <a:r>
              <a:rPr lang="en-AU" dirty="0"/>
              <a:t>30 minutes</a:t>
            </a:r>
          </a:p>
        </p:txBody>
      </p:sp>
      <p:sp>
        <p:nvSpPr>
          <p:cNvPr id="4" name="Footer Placeholder 3">
            <a:extLst>
              <a:ext uri="{FF2B5EF4-FFF2-40B4-BE49-F238E27FC236}">
                <a16:creationId xmlns:a16="http://schemas.microsoft.com/office/drawing/2014/main" id="{1BE66F0E-2D57-B59E-C177-8E39F87D6C25}"/>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30298614-88E3-6937-E9E2-B6E5E741A796}"/>
              </a:ext>
            </a:extLst>
          </p:cNvPr>
          <p:cNvSpPr>
            <a:spLocks noGrp="1"/>
          </p:cNvSpPr>
          <p:nvPr>
            <p:ph type="sldNum" sz="quarter" idx="12"/>
          </p:nvPr>
        </p:nvSpPr>
        <p:spPr/>
        <p:txBody>
          <a:bodyPr/>
          <a:lstStyle/>
          <a:p>
            <a:fld id="{1D5CD492-2BC6-F348-9965-EC1D86DF57A8}" type="slidenum">
              <a:rPr lang="en-US" smtClean="0"/>
              <a:t>57</a:t>
            </a:fld>
            <a:endParaRPr lang="en-US"/>
          </a:p>
        </p:txBody>
      </p:sp>
    </p:spTree>
    <p:extLst>
      <p:ext uri="{BB962C8B-B14F-4D97-AF65-F5344CB8AC3E}">
        <p14:creationId xmlns:p14="http://schemas.microsoft.com/office/powerpoint/2010/main" val="1068211792"/>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11EC9-D693-295E-E8BE-A10001666D58}"/>
              </a:ext>
            </a:extLst>
          </p:cNvPr>
          <p:cNvSpPr>
            <a:spLocks noGrp="1"/>
          </p:cNvSpPr>
          <p:nvPr>
            <p:ph type="title"/>
          </p:nvPr>
        </p:nvSpPr>
        <p:spPr/>
        <p:txBody>
          <a:bodyPr/>
          <a:lstStyle/>
          <a:p>
            <a:r>
              <a:rPr lang="en-AU" dirty="0"/>
              <a:t>Maintenance &amp; the Crisis</a:t>
            </a:r>
          </a:p>
        </p:txBody>
      </p:sp>
      <p:sp>
        <p:nvSpPr>
          <p:cNvPr id="4" name="Footer Placeholder 3">
            <a:extLst>
              <a:ext uri="{FF2B5EF4-FFF2-40B4-BE49-F238E27FC236}">
                <a16:creationId xmlns:a16="http://schemas.microsoft.com/office/drawing/2014/main" id="{4E7833BE-1DDC-EED0-BB50-42B3266B81E3}"/>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95A93AE3-34F0-18CE-57F5-7DA6DFE8E42A}"/>
              </a:ext>
            </a:extLst>
          </p:cNvPr>
          <p:cNvSpPr>
            <a:spLocks noGrp="1"/>
          </p:cNvSpPr>
          <p:nvPr>
            <p:ph type="sldNum" sz="quarter" idx="12"/>
          </p:nvPr>
        </p:nvSpPr>
        <p:spPr/>
        <p:txBody>
          <a:bodyPr/>
          <a:lstStyle/>
          <a:p>
            <a:fld id="{1D5CD492-2BC6-F348-9965-EC1D86DF57A8}" type="slidenum">
              <a:rPr lang="en-US" smtClean="0"/>
              <a:t>58</a:t>
            </a:fld>
            <a:endParaRPr lang="en-US"/>
          </a:p>
        </p:txBody>
      </p:sp>
      <p:pic>
        <p:nvPicPr>
          <p:cNvPr id="7" name="Picture 6" descr="A graph showing wear versus deterioration is plotted for failure rate versus time.">
            <a:extLst>
              <a:ext uri="{FF2B5EF4-FFF2-40B4-BE49-F238E27FC236}">
                <a16:creationId xmlns:a16="http://schemas.microsoft.com/office/drawing/2014/main" id="{5E461336-B969-C2B1-431F-C0A1CB2758D3}"/>
              </a:ext>
            </a:extLst>
          </p:cNvPr>
          <p:cNvPicPr>
            <a:picLocks noChangeAspect="1"/>
          </p:cNvPicPr>
          <p:nvPr/>
        </p:nvPicPr>
        <p:blipFill>
          <a:blip r:embed="rId3">
            <a:extLst>
              <a:ext uri="{28A0092B-C50C-407E-A947-70E740481C1C}">
                <a14:useLocalDpi xmlns:a14="http://schemas.microsoft.com/office/drawing/2010/main" val="0"/>
              </a:ext>
            </a:extLst>
          </a:blip>
          <a:srcRect t="7131"/>
          <a:stretch>
            <a:fillRect/>
          </a:stretch>
        </p:blipFill>
        <p:spPr>
          <a:xfrm>
            <a:off x="1624452" y="1771117"/>
            <a:ext cx="5895095" cy="4231753"/>
          </a:xfrm>
          <a:prstGeom prst="rect">
            <a:avLst/>
          </a:prstGeom>
        </p:spPr>
      </p:pic>
    </p:spTree>
    <p:extLst>
      <p:ext uri="{BB962C8B-B14F-4D97-AF65-F5344CB8AC3E}">
        <p14:creationId xmlns:p14="http://schemas.microsoft.com/office/powerpoint/2010/main" val="374176561"/>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60B60-84BF-575B-B655-5C620BFD57D7}"/>
              </a:ext>
            </a:extLst>
          </p:cNvPr>
          <p:cNvSpPr>
            <a:spLocks noGrp="1"/>
          </p:cNvSpPr>
          <p:nvPr>
            <p:ph type="title"/>
          </p:nvPr>
        </p:nvSpPr>
        <p:spPr/>
        <p:txBody>
          <a:bodyPr/>
          <a:lstStyle/>
          <a:p>
            <a:r>
              <a:rPr lang="en-AU" dirty="0"/>
              <a:t>Why Do Projects Fail?</a:t>
            </a:r>
          </a:p>
        </p:txBody>
      </p:sp>
      <p:sp>
        <p:nvSpPr>
          <p:cNvPr id="3" name="Content Placeholder 2">
            <a:extLst>
              <a:ext uri="{FF2B5EF4-FFF2-40B4-BE49-F238E27FC236}">
                <a16:creationId xmlns:a16="http://schemas.microsoft.com/office/drawing/2014/main" id="{FE4A7800-6706-8DBC-8A76-235673F06E32}"/>
              </a:ext>
            </a:extLst>
          </p:cNvPr>
          <p:cNvSpPr>
            <a:spLocks noGrp="1"/>
          </p:cNvSpPr>
          <p:nvPr>
            <p:ph idx="1"/>
          </p:nvPr>
        </p:nvSpPr>
        <p:spPr>
          <a:xfrm>
            <a:off x="457200" y="1600200"/>
            <a:ext cx="8229600" cy="1122363"/>
          </a:xfrm>
        </p:spPr>
        <p:txBody>
          <a:bodyPr/>
          <a:lstStyle/>
          <a:p>
            <a:r>
              <a:rPr lang="en-AU" dirty="0"/>
              <a:t>Are there root causes for project failures?</a:t>
            </a:r>
          </a:p>
          <a:p>
            <a:r>
              <a:rPr lang="en-AU" dirty="0"/>
              <a:t>What research has been done about project failures?</a:t>
            </a:r>
          </a:p>
        </p:txBody>
      </p:sp>
      <p:sp>
        <p:nvSpPr>
          <p:cNvPr id="4" name="Footer Placeholder 3">
            <a:extLst>
              <a:ext uri="{FF2B5EF4-FFF2-40B4-BE49-F238E27FC236}">
                <a16:creationId xmlns:a16="http://schemas.microsoft.com/office/drawing/2014/main" id="{F647B952-AE91-66B8-9141-F09606D008D1}"/>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074C471D-02E7-78C8-0195-C7FBB39C0DF3}"/>
              </a:ext>
            </a:extLst>
          </p:cNvPr>
          <p:cNvSpPr>
            <a:spLocks noGrp="1"/>
          </p:cNvSpPr>
          <p:nvPr>
            <p:ph type="sldNum" sz="quarter" idx="12"/>
          </p:nvPr>
        </p:nvSpPr>
        <p:spPr/>
        <p:txBody>
          <a:bodyPr/>
          <a:lstStyle/>
          <a:p>
            <a:fld id="{1D5CD492-2BC6-F348-9965-EC1D86DF57A8}" type="slidenum">
              <a:rPr lang="en-US" smtClean="0"/>
              <a:t>59</a:t>
            </a:fld>
            <a:endParaRPr lang="en-US"/>
          </a:p>
        </p:txBody>
      </p:sp>
      <p:pic>
        <p:nvPicPr>
          <p:cNvPr id="11" name="Picture 10">
            <a:extLst>
              <a:ext uri="{FF2B5EF4-FFF2-40B4-BE49-F238E27FC236}">
                <a16:creationId xmlns:a16="http://schemas.microsoft.com/office/drawing/2014/main" id="{9EFB0171-9F3E-800F-C4BE-F0934B2F9DCD}"/>
              </a:ext>
            </a:extLst>
          </p:cNvPr>
          <p:cNvPicPr>
            <a:picLocks noChangeAspect="1"/>
          </p:cNvPicPr>
          <p:nvPr/>
        </p:nvPicPr>
        <p:blipFill>
          <a:blip r:embed="rId3"/>
          <a:stretch>
            <a:fillRect/>
          </a:stretch>
        </p:blipFill>
        <p:spPr>
          <a:xfrm>
            <a:off x="6334125" y="2722563"/>
            <a:ext cx="2809875" cy="3409901"/>
          </a:xfrm>
          <a:prstGeom prst="rect">
            <a:avLst/>
          </a:prstGeom>
        </p:spPr>
      </p:pic>
      <p:sp>
        <p:nvSpPr>
          <p:cNvPr id="13" name="Content Placeholder 2">
            <a:extLst>
              <a:ext uri="{FF2B5EF4-FFF2-40B4-BE49-F238E27FC236}">
                <a16:creationId xmlns:a16="http://schemas.microsoft.com/office/drawing/2014/main" id="{50DE0232-EB09-CB97-6151-7D09C06EB7BA}"/>
              </a:ext>
            </a:extLst>
          </p:cNvPr>
          <p:cNvSpPr txBox="1">
            <a:spLocks/>
          </p:cNvSpPr>
          <p:nvPr/>
        </p:nvSpPr>
        <p:spPr>
          <a:xfrm>
            <a:off x="457200" y="2608263"/>
            <a:ext cx="57150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AU" i="1" dirty="0"/>
              <a:t>Rapid Development: Taming Wild Software Schedules</a:t>
            </a:r>
            <a:r>
              <a:rPr lang="en-AU" dirty="0"/>
              <a:t> by Steve McConnell</a:t>
            </a:r>
          </a:p>
          <a:p>
            <a:pPr lvl="1"/>
            <a:r>
              <a:rPr lang="en-AU" dirty="0"/>
              <a:t>Identified a set of commonly repeated project mistakes</a:t>
            </a:r>
          </a:p>
          <a:p>
            <a:pPr lvl="1"/>
            <a:r>
              <a:rPr lang="en-AU" dirty="0">
                <a:hlinkClick r:id="rId4"/>
              </a:rPr>
              <a:t>https://stevemcconnell.com/articles/classic-mistakes/</a:t>
            </a:r>
            <a:endParaRPr lang="en-AU" dirty="0"/>
          </a:p>
          <a:p>
            <a:pPr lvl="1"/>
            <a:r>
              <a:rPr lang="en-AU" dirty="0">
                <a:hlinkClick r:id="rId5"/>
              </a:rPr>
              <a:t>http://www.construx.com/uploadedfiles/resources/whitepapers/Software%20Development%E2%80%99s%20Classic%20Mistakes.pdf</a:t>
            </a:r>
            <a:endParaRPr lang="en-AU" dirty="0"/>
          </a:p>
        </p:txBody>
      </p:sp>
    </p:spTree>
    <p:extLst>
      <p:ext uri="{BB962C8B-B14F-4D97-AF65-F5344CB8AC3E}">
        <p14:creationId xmlns:p14="http://schemas.microsoft.com/office/powerpoint/2010/main" val="417016458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DCDA-DE45-16AB-ECA0-722F9F92654B}"/>
              </a:ext>
            </a:extLst>
          </p:cNvPr>
          <p:cNvSpPr>
            <a:spLocks noGrp="1"/>
          </p:cNvSpPr>
          <p:nvPr>
            <p:ph type="title"/>
          </p:nvPr>
        </p:nvSpPr>
        <p:spPr/>
        <p:txBody>
          <a:bodyPr/>
          <a:lstStyle/>
          <a:p>
            <a:r>
              <a:rPr lang="en-AU" dirty="0"/>
              <a:t>Classic Mistakes</a:t>
            </a:r>
          </a:p>
        </p:txBody>
      </p:sp>
      <p:sp>
        <p:nvSpPr>
          <p:cNvPr id="3" name="Content Placeholder 2">
            <a:extLst>
              <a:ext uri="{FF2B5EF4-FFF2-40B4-BE49-F238E27FC236}">
                <a16:creationId xmlns:a16="http://schemas.microsoft.com/office/drawing/2014/main" id="{D5231CE9-BE24-392B-1B80-B2822216EA23}"/>
              </a:ext>
            </a:extLst>
          </p:cNvPr>
          <p:cNvSpPr>
            <a:spLocks noGrp="1"/>
          </p:cNvSpPr>
          <p:nvPr>
            <p:ph idx="1"/>
          </p:nvPr>
        </p:nvSpPr>
        <p:spPr>
          <a:xfrm>
            <a:off x="457200" y="1600200"/>
            <a:ext cx="8324850" cy="4525963"/>
          </a:xfrm>
        </p:spPr>
        <p:txBody>
          <a:bodyPr/>
          <a:lstStyle/>
          <a:p>
            <a:pPr>
              <a:lnSpc>
                <a:spcPct val="95000"/>
              </a:lnSpc>
              <a:spcBef>
                <a:spcPct val="50000"/>
              </a:spcBef>
            </a:pPr>
            <a:r>
              <a:rPr lang="en-US" altLang="en-US" dirty="0"/>
              <a:t>Abandoning Planning Under Pressure</a:t>
            </a:r>
          </a:p>
          <a:p>
            <a:pPr>
              <a:lnSpc>
                <a:spcPct val="95000"/>
              </a:lnSpc>
              <a:spcBef>
                <a:spcPct val="50000"/>
              </a:spcBef>
            </a:pPr>
            <a:r>
              <a:rPr lang="en-US" altLang="en-US" dirty="0"/>
              <a:t>Add People to a Late Project</a:t>
            </a:r>
          </a:p>
          <a:p>
            <a:pPr>
              <a:lnSpc>
                <a:spcPct val="95000"/>
              </a:lnSpc>
              <a:spcBef>
                <a:spcPct val="50000"/>
              </a:spcBef>
            </a:pPr>
            <a:r>
              <a:rPr lang="en-US" altLang="en-US" dirty="0"/>
              <a:t>Assuming Global Development has no Impact on Effort</a:t>
            </a:r>
          </a:p>
          <a:p>
            <a:pPr>
              <a:lnSpc>
                <a:spcPct val="95000"/>
              </a:lnSpc>
              <a:spcBef>
                <a:spcPct val="50000"/>
              </a:spcBef>
            </a:pPr>
            <a:r>
              <a:rPr lang="en-US" altLang="en-US" dirty="0"/>
              <a:t>“Code-like-Hell” Programming</a:t>
            </a:r>
          </a:p>
          <a:p>
            <a:pPr>
              <a:lnSpc>
                <a:spcPct val="95000"/>
              </a:lnSpc>
              <a:spcBef>
                <a:spcPct val="50000"/>
              </a:spcBef>
            </a:pPr>
            <a:r>
              <a:rPr lang="en-US" altLang="en-US" dirty="0"/>
              <a:t>Confusing Estimates as Targets</a:t>
            </a:r>
          </a:p>
          <a:p>
            <a:pPr>
              <a:lnSpc>
                <a:spcPct val="95000"/>
              </a:lnSpc>
              <a:spcBef>
                <a:spcPct val="50000"/>
              </a:spcBef>
            </a:pPr>
            <a:r>
              <a:rPr lang="en-US" altLang="en-US" dirty="0"/>
              <a:t>Developer Gold Plating</a:t>
            </a:r>
          </a:p>
          <a:p>
            <a:pPr>
              <a:lnSpc>
                <a:spcPct val="95000"/>
              </a:lnSpc>
              <a:spcBef>
                <a:spcPct val="50000"/>
              </a:spcBef>
            </a:pPr>
            <a:r>
              <a:rPr lang="en-US" altLang="en-US" dirty="0"/>
              <a:t>Excessive Multi-Tasking</a:t>
            </a:r>
          </a:p>
          <a:p>
            <a:pPr>
              <a:lnSpc>
                <a:spcPct val="95000"/>
              </a:lnSpc>
              <a:spcBef>
                <a:spcPct val="50000"/>
              </a:spcBef>
            </a:pPr>
            <a:r>
              <a:rPr lang="en-US" altLang="en-US" dirty="0"/>
              <a:t>Feature Creep</a:t>
            </a:r>
          </a:p>
        </p:txBody>
      </p:sp>
      <p:sp>
        <p:nvSpPr>
          <p:cNvPr id="4" name="Footer Placeholder 3">
            <a:extLst>
              <a:ext uri="{FF2B5EF4-FFF2-40B4-BE49-F238E27FC236}">
                <a16:creationId xmlns:a16="http://schemas.microsoft.com/office/drawing/2014/main" id="{379877EC-0B8F-9A3A-CA4F-0A7530F47FD3}"/>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8A32DDBD-B474-2750-7F1A-19A3E52CA004}"/>
              </a:ext>
            </a:extLst>
          </p:cNvPr>
          <p:cNvSpPr>
            <a:spLocks noGrp="1"/>
          </p:cNvSpPr>
          <p:nvPr>
            <p:ph type="sldNum" sz="quarter" idx="12"/>
          </p:nvPr>
        </p:nvSpPr>
        <p:spPr/>
        <p:txBody>
          <a:bodyPr/>
          <a:lstStyle/>
          <a:p>
            <a:fld id="{1D5CD492-2BC6-F348-9965-EC1D86DF57A8}" type="slidenum">
              <a:rPr lang="en-US" smtClean="0"/>
              <a:t>60</a:t>
            </a:fld>
            <a:endParaRPr lang="en-US"/>
          </a:p>
        </p:txBody>
      </p:sp>
    </p:spTree>
    <p:extLst>
      <p:ext uri="{BB962C8B-B14F-4D97-AF65-F5344CB8AC3E}">
        <p14:creationId xmlns:p14="http://schemas.microsoft.com/office/powerpoint/2010/main" val="238537490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9E11E-B93D-4280-7589-855FC1BBFB2C}"/>
              </a:ext>
            </a:extLst>
          </p:cNvPr>
          <p:cNvSpPr>
            <a:spLocks noGrp="1"/>
          </p:cNvSpPr>
          <p:nvPr>
            <p:ph type="title"/>
          </p:nvPr>
        </p:nvSpPr>
        <p:spPr/>
        <p:txBody>
          <a:bodyPr/>
          <a:lstStyle/>
          <a:p>
            <a:r>
              <a:rPr lang="en-AU" dirty="0"/>
              <a:t>Classic Mistakes</a:t>
            </a:r>
          </a:p>
        </p:txBody>
      </p:sp>
      <p:sp>
        <p:nvSpPr>
          <p:cNvPr id="3" name="Content Placeholder 2">
            <a:extLst>
              <a:ext uri="{FF2B5EF4-FFF2-40B4-BE49-F238E27FC236}">
                <a16:creationId xmlns:a16="http://schemas.microsoft.com/office/drawing/2014/main" id="{7D763950-ECC8-43E1-9A2F-00A1F1BD65A1}"/>
              </a:ext>
            </a:extLst>
          </p:cNvPr>
          <p:cNvSpPr>
            <a:spLocks noGrp="1"/>
          </p:cNvSpPr>
          <p:nvPr>
            <p:ph idx="1"/>
          </p:nvPr>
        </p:nvSpPr>
        <p:spPr/>
        <p:txBody>
          <a:bodyPr/>
          <a:lstStyle/>
          <a:p>
            <a:r>
              <a:rPr lang="en-AU" dirty="0"/>
              <a:t>Friction Between Developers &amp; Customers</a:t>
            </a:r>
          </a:p>
          <a:p>
            <a:r>
              <a:rPr lang="en-AU" dirty="0"/>
              <a:t>Heroics</a:t>
            </a:r>
          </a:p>
          <a:p>
            <a:r>
              <a:rPr lang="en-AU" dirty="0"/>
              <a:t>Inadequate Design</a:t>
            </a:r>
          </a:p>
          <a:p>
            <a:r>
              <a:rPr lang="en-AU" dirty="0"/>
              <a:t>Insufficient Planning</a:t>
            </a:r>
          </a:p>
          <a:p>
            <a:r>
              <a:rPr lang="en-AU" dirty="0"/>
              <a:t>Insufficient Risk Management</a:t>
            </a:r>
          </a:p>
          <a:p>
            <a:r>
              <a:rPr lang="en-AU" dirty="0"/>
              <a:t>No Source Control</a:t>
            </a:r>
          </a:p>
          <a:p>
            <a:r>
              <a:rPr lang="en-AU" dirty="0"/>
              <a:t>Lack of Effective Project Sponsorship</a:t>
            </a:r>
          </a:p>
          <a:p>
            <a:r>
              <a:rPr lang="en-AU" dirty="0"/>
              <a:t>Lack of Stakeholder Buy-In</a:t>
            </a:r>
          </a:p>
          <a:p>
            <a:r>
              <a:rPr lang="en-AU" dirty="0"/>
              <a:t>Lack of User Involvement</a:t>
            </a:r>
          </a:p>
        </p:txBody>
      </p:sp>
      <p:sp>
        <p:nvSpPr>
          <p:cNvPr id="4" name="Footer Placeholder 3">
            <a:extLst>
              <a:ext uri="{FF2B5EF4-FFF2-40B4-BE49-F238E27FC236}">
                <a16:creationId xmlns:a16="http://schemas.microsoft.com/office/drawing/2014/main" id="{3EB6736B-0E09-EA62-AF75-D74C0F34B526}"/>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B83D4270-8FA5-36C6-F19A-2257034ACB4E}"/>
              </a:ext>
            </a:extLst>
          </p:cNvPr>
          <p:cNvSpPr>
            <a:spLocks noGrp="1"/>
          </p:cNvSpPr>
          <p:nvPr>
            <p:ph type="sldNum" sz="quarter" idx="12"/>
          </p:nvPr>
        </p:nvSpPr>
        <p:spPr/>
        <p:txBody>
          <a:bodyPr/>
          <a:lstStyle/>
          <a:p>
            <a:fld id="{1D5CD492-2BC6-F348-9965-EC1D86DF57A8}" type="slidenum">
              <a:rPr lang="en-US" smtClean="0"/>
              <a:t>61</a:t>
            </a:fld>
            <a:endParaRPr lang="en-US"/>
          </a:p>
        </p:txBody>
      </p:sp>
    </p:spTree>
    <p:extLst>
      <p:ext uri="{BB962C8B-B14F-4D97-AF65-F5344CB8AC3E}">
        <p14:creationId xmlns:p14="http://schemas.microsoft.com/office/powerpoint/2010/main" val="3431632550"/>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66884-1168-0572-ABD8-0D7C7BE69197}"/>
              </a:ext>
            </a:extLst>
          </p:cNvPr>
          <p:cNvSpPr>
            <a:spLocks noGrp="1"/>
          </p:cNvSpPr>
          <p:nvPr>
            <p:ph type="title"/>
          </p:nvPr>
        </p:nvSpPr>
        <p:spPr/>
        <p:txBody>
          <a:bodyPr/>
          <a:lstStyle/>
          <a:p>
            <a:r>
              <a:rPr lang="en-AU" dirty="0"/>
              <a:t>Classic Mistakes</a:t>
            </a:r>
          </a:p>
        </p:txBody>
      </p:sp>
      <p:sp>
        <p:nvSpPr>
          <p:cNvPr id="3" name="Content Placeholder 2">
            <a:extLst>
              <a:ext uri="{FF2B5EF4-FFF2-40B4-BE49-F238E27FC236}">
                <a16:creationId xmlns:a16="http://schemas.microsoft.com/office/drawing/2014/main" id="{6A5B2380-8794-76F0-1424-0A1A6EA5B7CB}"/>
              </a:ext>
            </a:extLst>
          </p:cNvPr>
          <p:cNvSpPr>
            <a:spLocks noGrp="1"/>
          </p:cNvSpPr>
          <p:nvPr>
            <p:ph idx="1"/>
          </p:nvPr>
        </p:nvSpPr>
        <p:spPr/>
        <p:txBody>
          <a:bodyPr/>
          <a:lstStyle/>
          <a:p>
            <a:r>
              <a:rPr lang="en-AU" dirty="0"/>
              <a:t>Letting a Team Go Dark</a:t>
            </a:r>
          </a:p>
          <a:p>
            <a:r>
              <a:rPr lang="en-AU" dirty="0"/>
              <a:t>Noisy, Crowded Offices</a:t>
            </a:r>
          </a:p>
          <a:p>
            <a:r>
              <a:rPr lang="en-AU" dirty="0"/>
              <a:t>Outsourcing to Reduce Costs</a:t>
            </a:r>
          </a:p>
          <a:p>
            <a:r>
              <a:rPr lang="en-AU" dirty="0"/>
              <a:t>Overestimating Savings from New Tools or Methods</a:t>
            </a:r>
          </a:p>
          <a:p>
            <a:r>
              <a:rPr lang="en-AU" dirty="0"/>
              <a:t>Optimistic Schedules</a:t>
            </a:r>
          </a:p>
          <a:p>
            <a:r>
              <a:rPr lang="en-AU" dirty="0"/>
              <a:t>Planning to Catch Up Later</a:t>
            </a:r>
          </a:p>
          <a:p>
            <a:r>
              <a:rPr lang="en-AU" dirty="0"/>
              <a:t>Politics Over Substance</a:t>
            </a:r>
          </a:p>
          <a:p>
            <a:r>
              <a:rPr lang="en-AU" dirty="0"/>
              <a:t>Premature or Too Frequent Convergence</a:t>
            </a:r>
          </a:p>
          <a:p>
            <a:r>
              <a:rPr lang="en-AU" dirty="0"/>
              <a:t>Push Me, Pull Me Negotiation</a:t>
            </a:r>
          </a:p>
        </p:txBody>
      </p:sp>
      <p:sp>
        <p:nvSpPr>
          <p:cNvPr id="4" name="Footer Placeholder 3">
            <a:extLst>
              <a:ext uri="{FF2B5EF4-FFF2-40B4-BE49-F238E27FC236}">
                <a16:creationId xmlns:a16="http://schemas.microsoft.com/office/drawing/2014/main" id="{5D09822A-FD68-FCED-BD87-77ACFA0EADD3}"/>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49883DBA-C7C0-A530-F494-8B8AF5146EB6}"/>
              </a:ext>
            </a:extLst>
          </p:cNvPr>
          <p:cNvSpPr>
            <a:spLocks noGrp="1"/>
          </p:cNvSpPr>
          <p:nvPr>
            <p:ph type="sldNum" sz="quarter" idx="12"/>
          </p:nvPr>
        </p:nvSpPr>
        <p:spPr/>
        <p:txBody>
          <a:bodyPr/>
          <a:lstStyle/>
          <a:p>
            <a:fld id="{1D5CD492-2BC6-F348-9965-EC1D86DF57A8}" type="slidenum">
              <a:rPr lang="en-US" smtClean="0"/>
              <a:t>62</a:t>
            </a:fld>
            <a:endParaRPr lang="en-US"/>
          </a:p>
        </p:txBody>
      </p:sp>
    </p:spTree>
    <p:extLst>
      <p:ext uri="{BB962C8B-B14F-4D97-AF65-F5344CB8AC3E}">
        <p14:creationId xmlns:p14="http://schemas.microsoft.com/office/powerpoint/2010/main" val="160996711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65D95-169B-0E59-7541-0D2DE061EF90}"/>
              </a:ext>
            </a:extLst>
          </p:cNvPr>
          <p:cNvSpPr>
            <a:spLocks noGrp="1"/>
          </p:cNvSpPr>
          <p:nvPr>
            <p:ph type="title"/>
          </p:nvPr>
        </p:nvSpPr>
        <p:spPr/>
        <p:txBody>
          <a:bodyPr/>
          <a:lstStyle/>
          <a:p>
            <a:r>
              <a:rPr lang="en-AU" dirty="0"/>
              <a:t>Classic Mistakes</a:t>
            </a:r>
          </a:p>
        </p:txBody>
      </p:sp>
      <p:sp>
        <p:nvSpPr>
          <p:cNvPr id="3" name="Content Placeholder 2">
            <a:extLst>
              <a:ext uri="{FF2B5EF4-FFF2-40B4-BE49-F238E27FC236}">
                <a16:creationId xmlns:a16="http://schemas.microsoft.com/office/drawing/2014/main" id="{30E22A99-58EB-4EC4-8A7C-F880FC3CB4D5}"/>
              </a:ext>
            </a:extLst>
          </p:cNvPr>
          <p:cNvSpPr>
            <a:spLocks noGrp="1"/>
          </p:cNvSpPr>
          <p:nvPr>
            <p:ph idx="1"/>
          </p:nvPr>
        </p:nvSpPr>
        <p:spPr/>
        <p:txBody>
          <a:bodyPr/>
          <a:lstStyle/>
          <a:p>
            <a:r>
              <a:rPr lang="en-AU" dirty="0"/>
              <a:t>Requirements Gold Plating</a:t>
            </a:r>
          </a:p>
          <a:p>
            <a:r>
              <a:rPr lang="en-AU" dirty="0"/>
              <a:t>Research-Oriented Development</a:t>
            </a:r>
          </a:p>
          <a:p>
            <a:r>
              <a:rPr lang="en-AU" dirty="0"/>
              <a:t>Shortchanged Quality Assurance</a:t>
            </a:r>
          </a:p>
          <a:p>
            <a:r>
              <a:rPr lang="en-AU" dirty="0"/>
              <a:t>Shortchanged Upstream Activities</a:t>
            </a:r>
          </a:p>
          <a:p>
            <a:r>
              <a:rPr lang="en-AU" dirty="0"/>
              <a:t>Sliver-Bullet Syndrome</a:t>
            </a:r>
          </a:p>
          <a:p>
            <a:r>
              <a:rPr lang="en-AU" dirty="0"/>
              <a:t>Subcontractor Failure</a:t>
            </a:r>
          </a:p>
          <a:p>
            <a:r>
              <a:rPr lang="en-AU" dirty="0"/>
              <a:t>Switching Tools Mid-Project</a:t>
            </a:r>
          </a:p>
          <a:p>
            <a:r>
              <a:rPr lang="en-AU" dirty="0"/>
              <a:t>Trusting the “Map” More than the “Domain”</a:t>
            </a:r>
          </a:p>
        </p:txBody>
      </p:sp>
      <p:sp>
        <p:nvSpPr>
          <p:cNvPr id="4" name="Footer Placeholder 3">
            <a:extLst>
              <a:ext uri="{FF2B5EF4-FFF2-40B4-BE49-F238E27FC236}">
                <a16:creationId xmlns:a16="http://schemas.microsoft.com/office/drawing/2014/main" id="{D0F26F46-EE2C-B588-9604-4E58F8B7F257}"/>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376632EE-9883-4AB3-50E0-35098A975A3C}"/>
              </a:ext>
            </a:extLst>
          </p:cNvPr>
          <p:cNvSpPr>
            <a:spLocks noGrp="1"/>
          </p:cNvSpPr>
          <p:nvPr>
            <p:ph type="sldNum" sz="quarter" idx="12"/>
          </p:nvPr>
        </p:nvSpPr>
        <p:spPr/>
        <p:txBody>
          <a:bodyPr/>
          <a:lstStyle/>
          <a:p>
            <a:fld id="{1D5CD492-2BC6-F348-9965-EC1D86DF57A8}" type="slidenum">
              <a:rPr lang="en-US" smtClean="0"/>
              <a:t>63</a:t>
            </a:fld>
            <a:endParaRPr lang="en-US"/>
          </a:p>
        </p:txBody>
      </p:sp>
    </p:spTree>
    <p:extLst>
      <p:ext uri="{BB962C8B-B14F-4D97-AF65-F5344CB8AC3E}">
        <p14:creationId xmlns:p14="http://schemas.microsoft.com/office/powerpoint/2010/main" val="402026503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1B216-11C8-4B1E-23B0-5E823153D277}"/>
              </a:ext>
            </a:extLst>
          </p:cNvPr>
          <p:cNvSpPr>
            <a:spLocks noGrp="1"/>
          </p:cNvSpPr>
          <p:nvPr>
            <p:ph type="title"/>
          </p:nvPr>
        </p:nvSpPr>
        <p:spPr/>
        <p:txBody>
          <a:bodyPr/>
          <a:lstStyle/>
          <a:p>
            <a:r>
              <a:rPr lang="en-AU" dirty="0"/>
              <a:t>Classic Mistakes</a:t>
            </a:r>
          </a:p>
        </p:txBody>
      </p:sp>
      <p:sp>
        <p:nvSpPr>
          <p:cNvPr id="3" name="Content Placeholder 2">
            <a:extLst>
              <a:ext uri="{FF2B5EF4-FFF2-40B4-BE49-F238E27FC236}">
                <a16:creationId xmlns:a16="http://schemas.microsoft.com/office/drawing/2014/main" id="{FD5F2CD4-71CA-CAF9-E719-31E3DF7E4752}"/>
              </a:ext>
            </a:extLst>
          </p:cNvPr>
          <p:cNvSpPr>
            <a:spLocks noGrp="1"/>
          </p:cNvSpPr>
          <p:nvPr>
            <p:ph idx="1"/>
          </p:nvPr>
        </p:nvSpPr>
        <p:spPr/>
        <p:txBody>
          <a:bodyPr/>
          <a:lstStyle/>
          <a:p>
            <a:r>
              <a:rPr lang="en-AU" dirty="0"/>
              <a:t>Unclear Project Vision</a:t>
            </a:r>
          </a:p>
          <a:p>
            <a:r>
              <a:rPr lang="en-AU" dirty="0"/>
              <a:t>Uncontrolled Problem Employees</a:t>
            </a:r>
          </a:p>
          <a:p>
            <a:r>
              <a:rPr lang="en-AU" dirty="0"/>
              <a:t>Undermined Motivation</a:t>
            </a:r>
          </a:p>
          <a:p>
            <a:r>
              <a:rPr lang="en-AU" dirty="0"/>
              <a:t>Unrealistic Expectations</a:t>
            </a:r>
          </a:p>
          <a:p>
            <a:r>
              <a:rPr lang="en-AU" dirty="0"/>
              <a:t>Wasted Time on the “Fuzzy” Front End</a:t>
            </a:r>
          </a:p>
          <a:p>
            <a:r>
              <a:rPr lang="en-AU" dirty="0"/>
              <a:t>Weak Personnel</a:t>
            </a:r>
          </a:p>
          <a:p>
            <a:r>
              <a:rPr lang="en-AU" dirty="0"/>
              <a:t>Wishful Thinking</a:t>
            </a:r>
          </a:p>
        </p:txBody>
      </p:sp>
      <p:sp>
        <p:nvSpPr>
          <p:cNvPr id="4" name="Footer Placeholder 3">
            <a:extLst>
              <a:ext uri="{FF2B5EF4-FFF2-40B4-BE49-F238E27FC236}">
                <a16:creationId xmlns:a16="http://schemas.microsoft.com/office/drawing/2014/main" id="{91C5E814-9911-1EA7-834D-AD86BA656180}"/>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0FF063E3-BE3C-534F-A019-3BBB6617F524}"/>
              </a:ext>
            </a:extLst>
          </p:cNvPr>
          <p:cNvSpPr>
            <a:spLocks noGrp="1"/>
          </p:cNvSpPr>
          <p:nvPr>
            <p:ph type="sldNum" sz="quarter" idx="12"/>
          </p:nvPr>
        </p:nvSpPr>
        <p:spPr/>
        <p:txBody>
          <a:bodyPr/>
          <a:lstStyle/>
          <a:p>
            <a:fld id="{1D5CD492-2BC6-F348-9965-EC1D86DF57A8}" type="slidenum">
              <a:rPr lang="en-US" smtClean="0"/>
              <a:t>64</a:t>
            </a:fld>
            <a:endParaRPr lang="en-US"/>
          </a:p>
        </p:txBody>
      </p:sp>
    </p:spTree>
    <p:extLst>
      <p:ext uri="{BB962C8B-B14F-4D97-AF65-F5344CB8AC3E}">
        <p14:creationId xmlns:p14="http://schemas.microsoft.com/office/powerpoint/2010/main" val="277895528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E6A1-5AA0-9300-58D4-59D4B2CFE2CF}"/>
              </a:ext>
            </a:extLst>
          </p:cNvPr>
          <p:cNvSpPr>
            <a:spLocks noGrp="1"/>
          </p:cNvSpPr>
          <p:nvPr>
            <p:ph type="title"/>
          </p:nvPr>
        </p:nvSpPr>
        <p:spPr/>
        <p:txBody>
          <a:bodyPr/>
          <a:lstStyle/>
          <a:p>
            <a:r>
              <a:rPr lang="en-AU" dirty="0"/>
              <a:t>Most Frequently Reported Mistakes</a:t>
            </a:r>
          </a:p>
        </p:txBody>
      </p:sp>
      <p:sp>
        <p:nvSpPr>
          <p:cNvPr id="3" name="Footer Placeholder 2">
            <a:extLst>
              <a:ext uri="{FF2B5EF4-FFF2-40B4-BE49-F238E27FC236}">
                <a16:creationId xmlns:a16="http://schemas.microsoft.com/office/drawing/2014/main" id="{76ADDA8D-B793-65E2-CB6D-5EB412407DAC}"/>
              </a:ext>
            </a:extLst>
          </p:cNvPr>
          <p:cNvSpPr>
            <a:spLocks noGrp="1"/>
          </p:cNvSpPr>
          <p:nvPr>
            <p:ph type="ftr" sz="quarter" idx="11"/>
          </p:nvPr>
        </p:nvSpPr>
        <p:spPr/>
        <p:txBody>
          <a:bodyPr/>
          <a:lstStyle/>
          <a:p>
            <a:pPr>
              <a:defRPr/>
            </a:pPr>
            <a:r>
              <a:rPr lang="en-US"/>
              <a:t>Chapter 1 Introduction</a:t>
            </a:r>
          </a:p>
        </p:txBody>
      </p:sp>
      <p:sp>
        <p:nvSpPr>
          <p:cNvPr id="4" name="Slide Number Placeholder 3">
            <a:extLst>
              <a:ext uri="{FF2B5EF4-FFF2-40B4-BE49-F238E27FC236}">
                <a16:creationId xmlns:a16="http://schemas.microsoft.com/office/drawing/2014/main" id="{5DA57DDB-B501-C2C8-AA01-76BEE21898FF}"/>
              </a:ext>
            </a:extLst>
          </p:cNvPr>
          <p:cNvSpPr>
            <a:spLocks noGrp="1"/>
          </p:cNvSpPr>
          <p:nvPr>
            <p:ph type="sldNum" sz="quarter" idx="12"/>
          </p:nvPr>
        </p:nvSpPr>
        <p:spPr/>
        <p:txBody>
          <a:bodyPr/>
          <a:lstStyle/>
          <a:p>
            <a:pPr>
              <a:defRPr/>
            </a:pPr>
            <a:fld id="{F1A6FC00-01EB-8C4B-8EBA-327D665853CA}" type="slidenum">
              <a:rPr lang="en-GB" smtClean="0"/>
              <a:pPr>
                <a:defRPr/>
              </a:pPr>
              <a:t>65</a:t>
            </a:fld>
            <a:endParaRPr lang="en-GB" dirty="0"/>
          </a:p>
        </p:txBody>
      </p:sp>
      <p:pic>
        <p:nvPicPr>
          <p:cNvPr id="6" name="Picture 5">
            <a:extLst>
              <a:ext uri="{FF2B5EF4-FFF2-40B4-BE49-F238E27FC236}">
                <a16:creationId xmlns:a16="http://schemas.microsoft.com/office/drawing/2014/main" id="{AE61CC93-5565-1261-D21C-0AEAA873845E}"/>
              </a:ext>
            </a:extLst>
          </p:cNvPr>
          <p:cNvPicPr>
            <a:picLocks noChangeAspect="1"/>
          </p:cNvPicPr>
          <p:nvPr/>
        </p:nvPicPr>
        <p:blipFill>
          <a:blip r:embed="rId3"/>
          <a:srcRect r="14479"/>
          <a:stretch>
            <a:fillRect/>
          </a:stretch>
        </p:blipFill>
        <p:spPr>
          <a:xfrm>
            <a:off x="118026" y="1524599"/>
            <a:ext cx="8907948" cy="5295301"/>
          </a:xfrm>
          <a:prstGeom prst="rect">
            <a:avLst/>
          </a:prstGeom>
        </p:spPr>
      </p:pic>
    </p:spTree>
    <p:extLst>
      <p:ext uri="{BB962C8B-B14F-4D97-AF65-F5344CB8AC3E}">
        <p14:creationId xmlns:p14="http://schemas.microsoft.com/office/powerpoint/2010/main" val="2717837981"/>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84574-033F-2FF0-9299-A7BC5AA7842E}"/>
              </a:ext>
            </a:extLst>
          </p:cNvPr>
          <p:cNvSpPr>
            <a:spLocks noGrp="1"/>
          </p:cNvSpPr>
          <p:nvPr>
            <p:ph type="title"/>
          </p:nvPr>
        </p:nvSpPr>
        <p:spPr>
          <a:xfrm>
            <a:off x="457200" y="274638"/>
            <a:ext cx="8632135" cy="1143000"/>
          </a:xfrm>
        </p:spPr>
        <p:txBody>
          <a:bodyPr/>
          <a:lstStyle/>
          <a:p>
            <a:r>
              <a:rPr lang="en-AU" dirty="0"/>
              <a:t>Mistakes Causing Catastrophic or Serious Consequences</a:t>
            </a:r>
          </a:p>
        </p:txBody>
      </p:sp>
      <p:sp>
        <p:nvSpPr>
          <p:cNvPr id="3" name="Footer Placeholder 2">
            <a:extLst>
              <a:ext uri="{FF2B5EF4-FFF2-40B4-BE49-F238E27FC236}">
                <a16:creationId xmlns:a16="http://schemas.microsoft.com/office/drawing/2014/main" id="{9FECC609-75D3-3544-98E7-26CA29C0BE01}"/>
              </a:ext>
            </a:extLst>
          </p:cNvPr>
          <p:cNvSpPr>
            <a:spLocks noGrp="1"/>
          </p:cNvSpPr>
          <p:nvPr>
            <p:ph type="ftr" sz="quarter" idx="11"/>
          </p:nvPr>
        </p:nvSpPr>
        <p:spPr/>
        <p:txBody>
          <a:bodyPr/>
          <a:lstStyle/>
          <a:p>
            <a:pPr>
              <a:defRPr/>
            </a:pPr>
            <a:r>
              <a:rPr lang="en-US"/>
              <a:t>Chapter 1 Introduction</a:t>
            </a:r>
          </a:p>
        </p:txBody>
      </p:sp>
      <p:sp>
        <p:nvSpPr>
          <p:cNvPr id="4" name="Slide Number Placeholder 3">
            <a:extLst>
              <a:ext uri="{FF2B5EF4-FFF2-40B4-BE49-F238E27FC236}">
                <a16:creationId xmlns:a16="http://schemas.microsoft.com/office/drawing/2014/main" id="{5B251D36-1784-FA46-FB14-31D9B0E50982}"/>
              </a:ext>
            </a:extLst>
          </p:cNvPr>
          <p:cNvSpPr>
            <a:spLocks noGrp="1"/>
          </p:cNvSpPr>
          <p:nvPr>
            <p:ph type="sldNum" sz="quarter" idx="12"/>
          </p:nvPr>
        </p:nvSpPr>
        <p:spPr/>
        <p:txBody>
          <a:bodyPr/>
          <a:lstStyle/>
          <a:p>
            <a:pPr>
              <a:defRPr/>
            </a:pPr>
            <a:fld id="{F1A6FC00-01EB-8C4B-8EBA-327D665853CA}" type="slidenum">
              <a:rPr lang="en-GB" smtClean="0"/>
              <a:pPr>
                <a:defRPr/>
              </a:pPr>
              <a:t>66</a:t>
            </a:fld>
            <a:endParaRPr lang="en-GB" dirty="0"/>
          </a:p>
        </p:txBody>
      </p:sp>
      <p:pic>
        <p:nvPicPr>
          <p:cNvPr id="6" name="Picture 5">
            <a:extLst>
              <a:ext uri="{FF2B5EF4-FFF2-40B4-BE49-F238E27FC236}">
                <a16:creationId xmlns:a16="http://schemas.microsoft.com/office/drawing/2014/main" id="{AC425154-13AA-6BE6-39B4-8FEB0CAFFD67}"/>
              </a:ext>
            </a:extLst>
          </p:cNvPr>
          <p:cNvPicPr>
            <a:picLocks noChangeAspect="1"/>
          </p:cNvPicPr>
          <p:nvPr/>
        </p:nvPicPr>
        <p:blipFill>
          <a:blip r:embed="rId3"/>
          <a:srcRect r="14782"/>
          <a:stretch>
            <a:fillRect/>
          </a:stretch>
        </p:blipFill>
        <p:spPr>
          <a:xfrm>
            <a:off x="54665" y="1537998"/>
            <a:ext cx="9034670" cy="5377891"/>
          </a:xfrm>
          <a:prstGeom prst="rect">
            <a:avLst/>
          </a:prstGeom>
        </p:spPr>
      </p:pic>
    </p:spTree>
    <p:extLst>
      <p:ext uri="{BB962C8B-B14F-4D97-AF65-F5344CB8AC3E}">
        <p14:creationId xmlns:p14="http://schemas.microsoft.com/office/powerpoint/2010/main" val="652433286"/>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9C21-3E7E-A2E8-2E5B-265A78C01FE7}"/>
              </a:ext>
            </a:extLst>
          </p:cNvPr>
          <p:cNvSpPr>
            <a:spLocks noGrp="1"/>
          </p:cNvSpPr>
          <p:nvPr>
            <p:ph type="title"/>
          </p:nvPr>
        </p:nvSpPr>
        <p:spPr/>
        <p:txBody>
          <a:bodyPr/>
          <a:lstStyle/>
          <a:p>
            <a:r>
              <a:rPr lang="en-AU" dirty="0"/>
              <a:t>Mistake Exposure Index (MEI)</a:t>
            </a:r>
          </a:p>
        </p:txBody>
      </p:sp>
      <p:sp>
        <p:nvSpPr>
          <p:cNvPr id="3" name="Footer Placeholder 2">
            <a:extLst>
              <a:ext uri="{FF2B5EF4-FFF2-40B4-BE49-F238E27FC236}">
                <a16:creationId xmlns:a16="http://schemas.microsoft.com/office/drawing/2014/main" id="{03E39D7D-0C80-4965-06B8-1DF505ECD2A6}"/>
              </a:ext>
            </a:extLst>
          </p:cNvPr>
          <p:cNvSpPr>
            <a:spLocks noGrp="1"/>
          </p:cNvSpPr>
          <p:nvPr>
            <p:ph type="ftr" sz="quarter" idx="11"/>
          </p:nvPr>
        </p:nvSpPr>
        <p:spPr/>
        <p:txBody>
          <a:bodyPr/>
          <a:lstStyle/>
          <a:p>
            <a:pPr>
              <a:defRPr/>
            </a:pPr>
            <a:r>
              <a:rPr lang="en-US"/>
              <a:t>Chapter 1 Introduction</a:t>
            </a:r>
          </a:p>
        </p:txBody>
      </p:sp>
      <p:sp>
        <p:nvSpPr>
          <p:cNvPr id="4" name="Slide Number Placeholder 3">
            <a:extLst>
              <a:ext uri="{FF2B5EF4-FFF2-40B4-BE49-F238E27FC236}">
                <a16:creationId xmlns:a16="http://schemas.microsoft.com/office/drawing/2014/main" id="{4FBA7432-0846-8467-05CC-176F80CDD31C}"/>
              </a:ext>
            </a:extLst>
          </p:cNvPr>
          <p:cNvSpPr>
            <a:spLocks noGrp="1"/>
          </p:cNvSpPr>
          <p:nvPr>
            <p:ph type="sldNum" sz="quarter" idx="12"/>
          </p:nvPr>
        </p:nvSpPr>
        <p:spPr/>
        <p:txBody>
          <a:bodyPr/>
          <a:lstStyle/>
          <a:p>
            <a:pPr>
              <a:defRPr/>
            </a:pPr>
            <a:fld id="{F1A6FC00-01EB-8C4B-8EBA-327D665853CA}" type="slidenum">
              <a:rPr lang="en-GB" smtClean="0"/>
              <a:pPr>
                <a:defRPr/>
              </a:pPr>
              <a:t>67</a:t>
            </a:fld>
            <a:endParaRPr lang="en-GB" dirty="0"/>
          </a:p>
        </p:txBody>
      </p:sp>
      <p:pic>
        <p:nvPicPr>
          <p:cNvPr id="6" name="Picture 5">
            <a:extLst>
              <a:ext uri="{FF2B5EF4-FFF2-40B4-BE49-F238E27FC236}">
                <a16:creationId xmlns:a16="http://schemas.microsoft.com/office/drawing/2014/main" id="{96D9E44F-470D-0A40-73B3-09656E6FA29E}"/>
              </a:ext>
            </a:extLst>
          </p:cNvPr>
          <p:cNvPicPr>
            <a:picLocks noChangeAspect="1"/>
          </p:cNvPicPr>
          <p:nvPr/>
        </p:nvPicPr>
        <p:blipFill>
          <a:blip r:embed="rId3"/>
          <a:srcRect r="44271"/>
          <a:stretch>
            <a:fillRect/>
          </a:stretch>
        </p:blipFill>
        <p:spPr>
          <a:xfrm>
            <a:off x="1633537" y="1519699"/>
            <a:ext cx="5876925" cy="5372386"/>
          </a:xfrm>
          <a:prstGeom prst="rect">
            <a:avLst/>
          </a:prstGeom>
        </p:spPr>
      </p:pic>
    </p:spTree>
    <p:extLst>
      <p:ext uri="{BB962C8B-B14F-4D97-AF65-F5344CB8AC3E}">
        <p14:creationId xmlns:p14="http://schemas.microsoft.com/office/powerpoint/2010/main" val="3550825380"/>
      </p:ext>
    </p:extLst>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D2D8-5878-C8FF-DF93-1C9F98D4010A}"/>
              </a:ext>
            </a:extLst>
          </p:cNvPr>
          <p:cNvSpPr>
            <a:spLocks noGrp="1"/>
          </p:cNvSpPr>
          <p:nvPr>
            <p:ph type="title"/>
          </p:nvPr>
        </p:nvSpPr>
        <p:spPr/>
        <p:txBody>
          <a:bodyPr/>
          <a:lstStyle/>
          <a:p>
            <a:r>
              <a:rPr lang="en-AU" dirty="0"/>
              <a:t>Why?</a:t>
            </a:r>
          </a:p>
        </p:txBody>
      </p:sp>
      <p:sp>
        <p:nvSpPr>
          <p:cNvPr id="3" name="Content Placeholder 2">
            <a:extLst>
              <a:ext uri="{FF2B5EF4-FFF2-40B4-BE49-F238E27FC236}">
                <a16:creationId xmlns:a16="http://schemas.microsoft.com/office/drawing/2014/main" id="{68EA8762-22C2-1F09-64D6-3328A4BE4A33}"/>
              </a:ext>
            </a:extLst>
          </p:cNvPr>
          <p:cNvSpPr>
            <a:spLocks noGrp="1"/>
          </p:cNvSpPr>
          <p:nvPr>
            <p:ph idx="1"/>
          </p:nvPr>
        </p:nvSpPr>
        <p:spPr/>
        <p:txBody>
          <a:bodyPr/>
          <a:lstStyle/>
          <a:p>
            <a:r>
              <a:rPr lang="en-AU" dirty="0"/>
              <a:t>Why do people, managers, and teams keep making the same mistakes?</a:t>
            </a:r>
          </a:p>
        </p:txBody>
      </p:sp>
      <p:sp>
        <p:nvSpPr>
          <p:cNvPr id="4" name="Footer Placeholder 3">
            <a:extLst>
              <a:ext uri="{FF2B5EF4-FFF2-40B4-BE49-F238E27FC236}">
                <a16:creationId xmlns:a16="http://schemas.microsoft.com/office/drawing/2014/main" id="{6B7C8C9D-CB4B-6802-5276-45D23C58B724}"/>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6EA365A0-4099-B2CB-0D38-2EF54DC1E8F7}"/>
              </a:ext>
            </a:extLst>
          </p:cNvPr>
          <p:cNvSpPr>
            <a:spLocks noGrp="1"/>
          </p:cNvSpPr>
          <p:nvPr>
            <p:ph type="sldNum" sz="quarter" idx="12"/>
          </p:nvPr>
        </p:nvSpPr>
        <p:spPr/>
        <p:txBody>
          <a:bodyPr/>
          <a:lstStyle/>
          <a:p>
            <a:fld id="{1D5CD492-2BC6-F348-9965-EC1D86DF57A8}" type="slidenum">
              <a:rPr lang="en-US" smtClean="0"/>
              <a:t>68</a:t>
            </a:fld>
            <a:endParaRPr lang="en-US"/>
          </a:p>
        </p:txBody>
      </p:sp>
    </p:spTree>
    <p:extLst>
      <p:ext uri="{BB962C8B-B14F-4D97-AF65-F5344CB8AC3E}">
        <p14:creationId xmlns:p14="http://schemas.microsoft.com/office/powerpoint/2010/main" val="154587769"/>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FAC52C-2C28-7798-B70F-390CB88AA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72D5F-DBD2-B9C1-DF93-F9B3A7CBEA57}"/>
              </a:ext>
            </a:extLst>
          </p:cNvPr>
          <p:cNvSpPr>
            <a:spLocks noGrp="1"/>
          </p:cNvSpPr>
          <p:nvPr>
            <p:ph type="title"/>
          </p:nvPr>
        </p:nvSpPr>
        <p:spPr/>
        <p:txBody>
          <a:bodyPr/>
          <a:lstStyle/>
          <a:p>
            <a:r>
              <a:rPr lang="en-AU" dirty="0"/>
              <a:t>Classic Mistakes</a:t>
            </a:r>
          </a:p>
        </p:txBody>
      </p:sp>
      <p:sp>
        <p:nvSpPr>
          <p:cNvPr id="3" name="Content Placeholder 2">
            <a:extLst>
              <a:ext uri="{FF2B5EF4-FFF2-40B4-BE49-F238E27FC236}">
                <a16:creationId xmlns:a16="http://schemas.microsoft.com/office/drawing/2014/main" id="{44849A13-4A91-0980-2E91-BC8101BBE3E0}"/>
              </a:ext>
            </a:extLst>
          </p:cNvPr>
          <p:cNvSpPr>
            <a:spLocks noGrp="1"/>
          </p:cNvSpPr>
          <p:nvPr>
            <p:ph idx="1"/>
          </p:nvPr>
        </p:nvSpPr>
        <p:spPr>
          <a:xfrm>
            <a:off x="457200" y="1600200"/>
            <a:ext cx="8324850" cy="4525963"/>
          </a:xfrm>
        </p:spPr>
        <p:txBody>
          <a:bodyPr/>
          <a:lstStyle/>
          <a:p>
            <a:pPr>
              <a:lnSpc>
                <a:spcPct val="95000"/>
              </a:lnSpc>
              <a:spcBef>
                <a:spcPct val="50000"/>
              </a:spcBef>
            </a:pPr>
            <a:r>
              <a:rPr lang="en-US" altLang="en-US" dirty="0"/>
              <a:t>Undermined motivation</a:t>
            </a:r>
          </a:p>
          <a:p>
            <a:pPr>
              <a:lnSpc>
                <a:spcPct val="95000"/>
              </a:lnSpc>
              <a:spcBef>
                <a:spcPct val="50000"/>
              </a:spcBef>
            </a:pPr>
            <a:r>
              <a:rPr lang="en-US" altLang="en-US" dirty="0"/>
              <a:t>Uncontrolled problem employees</a:t>
            </a:r>
          </a:p>
          <a:p>
            <a:pPr>
              <a:lnSpc>
                <a:spcPct val="95000"/>
              </a:lnSpc>
              <a:spcBef>
                <a:spcPct val="50000"/>
              </a:spcBef>
            </a:pPr>
            <a:r>
              <a:rPr lang="en-US" altLang="en-US" dirty="0"/>
              <a:t>Noisy, crowded offices</a:t>
            </a:r>
          </a:p>
          <a:p>
            <a:pPr>
              <a:lnSpc>
                <a:spcPct val="95000"/>
              </a:lnSpc>
              <a:spcBef>
                <a:spcPct val="50000"/>
              </a:spcBef>
            </a:pPr>
            <a:r>
              <a:rPr lang="en-US" altLang="en-US" dirty="0"/>
              <a:t>Abandoning planning under pressure</a:t>
            </a:r>
          </a:p>
          <a:p>
            <a:pPr>
              <a:lnSpc>
                <a:spcPct val="95000"/>
              </a:lnSpc>
              <a:spcBef>
                <a:spcPct val="50000"/>
              </a:spcBef>
            </a:pPr>
            <a:r>
              <a:rPr lang="en-US" altLang="en-US" dirty="0"/>
              <a:t>Shortchanging upstream activities</a:t>
            </a:r>
          </a:p>
          <a:p>
            <a:pPr>
              <a:lnSpc>
                <a:spcPct val="95000"/>
              </a:lnSpc>
              <a:spcBef>
                <a:spcPct val="50000"/>
              </a:spcBef>
            </a:pPr>
            <a:r>
              <a:rPr lang="en-US" altLang="en-US" dirty="0"/>
              <a:t>Shortchanging quality assurance to improve development speed</a:t>
            </a:r>
          </a:p>
        </p:txBody>
      </p:sp>
      <p:sp>
        <p:nvSpPr>
          <p:cNvPr id="4" name="Footer Placeholder 3">
            <a:extLst>
              <a:ext uri="{FF2B5EF4-FFF2-40B4-BE49-F238E27FC236}">
                <a16:creationId xmlns:a16="http://schemas.microsoft.com/office/drawing/2014/main" id="{1D7CE180-2ECE-82E8-FECA-5D2D3347026E}"/>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529593FC-448F-9BBD-B667-573B951177D3}"/>
              </a:ext>
            </a:extLst>
          </p:cNvPr>
          <p:cNvSpPr>
            <a:spLocks noGrp="1"/>
          </p:cNvSpPr>
          <p:nvPr>
            <p:ph type="sldNum" sz="quarter" idx="12"/>
          </p:nvPr>
        </p:nvSpPr>
        <p:spPr/>
        <p:txBody>
          <a:bodyPr/>
          <a:lstStyle/>
          <a:p>
            <a:fld id="{1D5CD492-2BC6-F348-9965-EC1D86DF57A8}" type="slidenum">
              <a:rPr lang="en-US" smtClean="0"/>
              <a:t>69</a:t>
            </a:fld>
            <a:endParaRPr lang="en-US"/>
          </a:p>
        </p:txBody>
      </p:sp>
    </p:spTree>
    <p:extLst>
      <p:ext uri="{BB962C8B-B14F-4D97-AF65-F5344CB8AC3E}">
        <p14:creationId xmlns:p14="http://schemas.microsoft.com/office/powerpoint/2010/main" val="870076121"/>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941168B-03F5-C2FD-D591-B788EFBEB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5F34F-E2FD-D00E-86D9-73533F439651}"/>
              </a:ext>
            </a:extLst>
          </p:cNvPr>
          <p:cNvSpPr>
            <a:spLocks noGrp="1"/>
          </p:cNvSpPr>
          <p:nvPr>
            <p:ph type="title"/>
          </p:nvPr>
        </p:nvSpPr>
        <p:spPr/>
        <p:txBody>
          <a:bodyPr/>
          <a:lstStyle/>
          <a:p>
            <a:r>
              <a:rPr lang="en-AU" dirty="0"/>
              <a:t>Classic Mistakes</a:t>
            </a:r>
          </a:p>
        </p:txBody>
      </p:sp>
      <p:sp>
        <p:nvSpPr>
          <p:cNvPr id="3" name="Content Placeholder 2">
            <a:extLst>
              <a:ext uri="{FF2B5EF4-FFF2-40B4-BE49-F238E27FC236}">
                <a16:creationId xmlns:a16="http://schemas.microsoft.com/office/drawing/2014/main" id="{D879F9B2-505E-8797-04E1-7F9BE0EA45D0}"/>
              </a:ext>
            </a:extLst>
          </p:cNvPr>
          <p:cNvSpPr>
            <a:spLocks noGrp="1"/>
          </p:cNvSpPr>
          <p:nvPr>
            <p:ph idx="1"/>
          </p:nvPr>
        </p:nvSpPr>
        <p:spPr>
          <a:xfrm>
            <a:off x="457200" y="1600200"/>
            <a:ext cx="8324850" cy="4525963"/>
          </a:xfrm>
        </p:spPr>
        <p:txBody>
          <a:bodyPr/>
          <a:lstStyle/>
          <a:p>
            <a:pPr>
              <a:lnSpc>
                <a:spcPct val="95000"/>
              </a:lnSpc>
              <a:spcBef>
                <a:spcPct val="50000"/>
              </a:spcBef>
            </a:pPr>
            <a:r>
              <a:rPr lang="en-US" altLang="en-US" dirty="0"/>
              <a:t>Not controlling feature-creep</a:t>
            </a:r>
          </a:p>
          <a:p>
            <a:pPr>
              <a:lnSpc>
                <a:spcPct val="95000"/>
              </a:lnSpc>
              <a:spcBef>
                <a:spcPct val="50000"/>
              </a:spcBef>
            </a:pPr>
            <a:r>
              <a:rPr lang="en-US" altLang="en-US" dirty="0"/>
              <a:t>Silver bullet syndrome</a:t>
            </a:r>
          </a:p>
          <a:p>
            <a:pPr>
              <a:lnSpc>
                <a:spcPct val="95000"/>
              </a:lnSpc>
              <a:spcBef>
                <a:spcPct val="50000"/>
              </a:spcBef>
            </a:pPr>
            <a:r>
              <a:rPr lang="en-US" altLang="en-US" dirty="0"/>
              <a:t>Wasting time in the “fuzzy front end”</a:t>
            </a:r>
          </a:p>
          <a:p>
            <a:pPr>
              <a:lnSpc>
                <a:spcPct val="95000"/>
              </a:lnSpc>
              <a:spcBef>
                <a:spcPct val="50000"/>
              </a:spcBef>
            </a:pPr>
            <a:r>
              <a:rPr lang="en-US" altLang="en-US" dirty="0"/>
              <a:t>Insufficient user input</a:t>
            </a:r>
          </a:p>
          <a:p>
            <a:pPr>
              <a:lnSpc>
                <a:spcPct val="95000"/>
              </a:lnSpc>
              <a:spcBef>
                <a:spcPct val="50000"/>
              </a:spcBef>
            </a:pPr>
            <a:r>
              <a:rPr lang="en-US" altLang="en-US" dirty="0"/>
              <a:t>Overly aggressive schedules</a:t>
            </a:r>
          </a:p>
          <a:p>
            <a:pPr>
              <a:lnSpc>
                <a:spcPct val="95000"/>
              </a:lnSpc>
              <a:spcBef>
                <a:spcPct val="50000"/>
              </a:spcBef>
            </a:pPr>
            <a:r>
              <a:rPr lang="en-US" altLang="en-US" dirty="0"/>
              <a:t>Adding developers to a late project</a:t>
            </a:r>
          </a:p>
        </p:txBody>
      </p:sp>
      <p:sp>
        <p:nvSpPr>
          <p:cNvPr id="4" name="Footer Placeholder 3">
            <a:extLst>
              <a:ext uri="{FF2B5EF4-FFF2-40B4-BE49-F238E27FC236}">
                <a16:creationId xmlns:a16="http://schemas.microsoft.com/office/drawing/2014/main" id="{184FC0DF-826A-1B0D-92E7-4AFCC5E6FB57}"/>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0E429C44-A94A-CBA2-1ECF-0E5FDBC09BD4}"/>
              </a:ext>
            </a:extLst>
          </p:cNvPr>
          <p:cNvSpPr>
            <a:spLocks noGrp="1"/>
          </p:cNvSpPr>
          <p:nvPr>
            <p:ph type="sldNum" sz="quarter" idx="12"/>
          </p:nvPr>
        </p:nvSpPr>
        <p:spPr/>
        <p:txBody>
          <a:bodyPr/>
          <a:lstStyle/>
          <a:p>
            <a:fld id="{1D5CD492-2BC6-F348-9965-EC1D86DF57A8}" type="slidenum">
              <a:rPr lang="en-US" smtClean="0"/>
              <a:t>70</a:t>
            </a:fld>
            <a:endParaRPr lang="en-US"/>
          </a:p>
        </p:txBody>
      </p:sp>
    </p:spTree>
    <p:extLst>
      <p:ext uri="{BB962C8B-B14F-4D97-AF65-F5344CB8AC3E}">
        <p14:creationId xmlns:p14="http://schemas.microsoft.com/office/powerpoint/2010/main" val="3835904483"/>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DDFB4-E648-67A4-1970-86DA72B9F596}"/>
              </a:ext>
            </a:extLst>
          </p:cNvPr>
          <p:cNvSpPr>
            <a:spLocks noGrp="1"/>
          </p:cNvSpPr>
          <p:nvPr>
            <p:ph type="title"/>
          </p:nvPr>
        </p:nvSpPr>
        <p:spPr/>
        <p:txBody>
          <a:bodyPr/>
          <a:lstStyle/>
          <a:p>
            <a:r>
              <a:rPr lang="en-AU" dirty="0"/>
              <a:t>Successful Software Exists</a:t>
            </a:r>
          </a:p>
        </p:txBody>
      </p:sp>
      <p:sp>
        <p:nvSpPr>
          <p:cNvPr id="3" name="Content Placeholder 2">
            <a:extLst>
              <a:ext uri="{FF2B5EF4-FFF2-40B4-BE49-F238E27FC236}">
                <a16:creationId xmlns:a16="http://schemas.microsoft.com/office/drawing/2014/main" id="{8C2413F9-F43D-C1E3-FA60-FF73EC5E35B7}"/>
              </a:ext>
            </a:extLst>
          </p:cNvPr>
          <p:cNvSpPr>
            <a:spLocks noGrp="1"/>
          </p:cNvSpPr>
          <p:nvPr>
            <p:ph idx="1"/>
          </p:nvPr>
        </p:nvSpPr>
        <p:spPr/>
        <p:txBody>
          <a:bodyPr/>
          <a:lstStyle/>
          <a:p>
            <a:pPr>
              <a:spcBef>
                <a:spcPct val="50000"/>
              </a:spcBef>
            </a:pPr>
            <a:r>
              <a:rPr lang="en-AU" altLang="en-US" dirty="0"/>
              <a:t>“Computer</a:t>
            </a:r>
            <a:r>
              <a:rPr lang="en-US" altLang="en-US" dirty="0"/>
              <a:t> systems are economically critical.  …  The effective functioning of modern economic and political systems depends on our ability to produce software in a cost-effective way.</a:t>
            </a:r>
            <a:r>
              <a:rPr lang="en-AU" altLang="en-US" dirty="0"/>
              <a:t>”</a:t>
            </a:r>
          </a:p>
          <a:p>
            <a:pPr lvl="1">
              <a:lnSpc>
                <a:spcPct val="100000"/>
              </a:lnSpc>
            </a:pPr>
            <a:r>
              <a:rPr lang="en-AU" altLang="en-US" dirty="0"/>
              <a:t>Ian Sommerville, 1996</a:t>
            </a:r>
          </a:p>
          <a:p>
            <a:r>
              <a:rPr lang="en-AU" altLang="en-US" dirty="0">
                <a:latin typeface="Calibri" panose="020F0502020204030204" pitchFamily="34" charset="0"/>
              </a:rPr>
              <a:t>We’re interested in Software Engineering because we are building the software that shapes our society</a:t>
            </a:r>
          </a:p>
        </p:txBody>
      </p:sp>
      <p:sp>
        <p:nvSpPr>
          <p:cNvPr id="4" name="Footer Placeholder 3">
            <a:extLst>
              <a:ext uri="{FF2B5EF4-FFF2-40B4-BE49-F238E27FC236}">
                <a16:creationId xmlns:a16="http://schemas.microsoft.com/office/drawing/2014/main" id="{90A424EA-E914-324A-8B49-C9DDA6E70D62}"/>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F1D92E00-9B9C-4C4C-C2D8-1CD9DE33F63A}"/>
              </a:ext>
            </a:extLst>
          </p:cNvPr>
          <p:cNvSpPr>
            <a:spLocks noGrp="1"/>
          </p:cNvSpPr>
          <p:nvPr>
            <p:ph type="sldNum" sz="quarter" idx="12"/>
          </p:nvPr>
        </p:nvSpPr>
        <p:spPr/>
        <p:txBody>
          <a:bodyPr/>
          <a:lstStyle/>
          <a:p>
            <a:fld id="{1D5CD492-2BC6-F348-9965-EC1D86DF57A8}" type="slidenum">
              <a:rPr lang="en-US" smtClean="0"/>
              <a:t>71</a:t>
            </a:fld>
            <a:endParaRPr lang="en-US"/>
          </a:p>
        </p:txBody>
      </p:sp>
    </p:spTree>
    <p:extLst>
      <p:ext uri="{BB962C8B-B14F-4D97-AF65-F5344CB8AC3E}">
        <p14:creationId xmlns:p14="http://schemas.microsoft.com/office/powerpoint/2010/main" val="1297851009"/>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6D444-3026-6C5F-591E-F8C5A64D4C69}"/>
              </a:ext>
            </a:extLst>
          </p:cNvPr>
          <p:cNvSpPr>
            <a:spLocks noGrp="1"/>
          </p:cNvSpPr>
          <p:nvPr>
            <p:ph type="title"/>
          </p:nvPr>
        </p:nvSpPr>
        <p:spPr>
          <a:xfrm>
            <a:off x="457199" y="274638"/>
            <a:ext cx="8229599" cy="1143000"/>
          </a:xfrm>
        </p:spPr>
        <p:txBody>
          <a:bodyPr/>
          <a:lstStyle/>
          <a:p>
            <a:r>
              <a:rPr lang="en-US" altLang="en-US" dirty="0"/>
              <a:t>Comparing Software Development Paradigms: 2013</a:t>
            </a:r>
            <a:endParaRPr lang="en-AU" dirty="0"/>
          </a:p>
        </p:txBody>
      </p:sp>
      <p:sp>
        <p:nvSpPr>
          <p:cNvPr id="4" name="Footer Placeholder 3">
            <a:extLst>
              <a:ext uri="{FF2B5EF4-FFF2-40B4-BE49-F238E27FC236}">
                <a16:creationId xmlns:a16="http://schemas.microsoft.com/office/drawing/2014/main" id="{A7FFB259-A7FF-F0DD-98C3-C9F99BAEA991}"/>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1A193C5C-3CFA-7B2D-EEC9-06FD9C52C3A6}"/>
              </a:ext>
            </a:extLst>
          </p:cNvPr>
          <p:cNvSpPr>
            <a:spLocks noGrp="1"/>
          </p:cNvSpPr>
          <p:nvPr>
            <p:ph type="sldNum" sz="quarter" idx="12"/>
          </p:nvPr>
        </p:nvSpPr>
        <p:spPr/>
        <p:txBody>
          <a:bodyPr/>
          <a:lstStyle/>
          <a:p>
            <a:fld id="{1D5CD492-2BC6-F348-9965-EC1D86DF57A8}" type="slidenum">
              <a:rPr lang="en-US" smtClean="0"/>
              <a:t>72</a:t>
            </a:fld>
            <a:endParaRPr lang="en-US"/>
          </a:p>
        </p:txBody>
      </p:sp>
      <p:graphicFrame>
        <p:nvGraphicFramePr>
          <p:cNvPr id="6" name="Content Placeholder 4">
            <a:extLst>
              <a:ext uri="{FF2B5EF4-FFF2-40B4-BE49-F238E27FC236}">
                <a16:creationId xmlns:a16="http://schemas.microsoft.com/office/drawing/2014/main" id="{74EF7FCA-2DFB-612D-A7A9-836489BFB08C}"/>
              </a:ext>
            </a:extLst>
          </p:cNvPr>
          <p:cNvGraphicFramePr>
            <a:graphicFrameLocks noGrp="1"/>
          </p:cNvGraphicFramePr>
          <p:nvPr>
            <p:ph idx="1"/>
            <p:extLst>
              <p:ext uri="{D42A27DB-BD31-4B8C-83A1-F6EECF244321}">
                <p14:modId xmlns:p14="http://schemas.microsoft.com/office/powerpoint/2010/main" val="4279678993"/>
              </p:ext>
            </p:extLst>
          </p:nvPr>
        </p:nvGraphicFramePr>
        <p:xfrm>
          <a:off x="457200" y="1628800"/>
          <a:ext cx="8229600" cy="4525962"/>
        </p:xfrm>
        <a:graphic>
          <a:graphicData uri="http://schemas.openxmlformats.org/drawingml/2006/chart">
            <c:chart xmlns:c="http://schemas.openxmlformats.org/drawingml/2006/chart" xmlns:r="http://schemas.openxmlformats.org/officeDocument/2006/relationships" r:id="rId3"/>
          </a:graphicData>
        </a:graphic>
      </p:graphicFrame>
      <p:sp>
        <p:nvSpPr>
          <p:cNvPr id="7" name="Content Placeholder 2">
            <a:extLst>
              <a:ext uri="{FF2B5EF4-FFF2-40B4-BE49-F238E27FC236}">
                <a16:creationId xmlns:a16="http://schemas.microsoft.com/office/drawing/2014/main" id="{115FED0A-F211-E2E8-4D8B-71139762DF4C}"/>
              </a:ext>
            </a:extLst>
          </p:cNvPr>
          <p:cNvSpPr txBox="1">
            <a:spLocks/>
          </p:cNvSpPr>
          <p:nvPr/>
        </p:nvSpPr>
        <p:spPr>
          <a:xfrm>
            <a:off x="457200" y="6062436"/>
            <a:ext cx="8229600" cy="659039"/>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CA" sz="1800"/>
              <a:t>Copyright 2014 Scott W. Ambler www.ambysoft.com/surveys/</a:t>
            </a:r>
            <a:endParaRPr lang="en-US" sz="1800" dirty="0"/>
          </a:p>
        </p:txBody>
      </p:sp>
    </p:spTree>
    <p:extLst>
      <p:ext uri="{BB962C8B-B14F-4D97-AF65-F5344CB8AC3E}">
        <p14:creationId xmlns:p14="http://schemas.microsoft.com/office/powerpoint/2010/main" val="414327761"/>
      </p:ext>
    </p:extLst>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C98D1-5FBB-8B19-E822-3F1A48B1847A}"/>
              </a:ext>
            </a:extLst>
          </p:cNvPr>
          <p:cNvSpPr>
            <a:spLocks noGrp="1"/>
          </p:cNvSpPr>
          <p:nvPr>
            <p:ph type="title"/>
          </p:nvPr>
        </p:nvSpPr>
        <p:spPr/>
        <p:txBody>
          <a:bodyPr/>
          <a:lstStyle/>
          <a:p>
            <a:r>
              <a:rPr lang="en-US" dirty="0"/>
              <a:t>Comparing Delivery Paradigms</a:t>
            </a:r>
            <a:endParaRPr lang="en-AU" dirty="0"/>
          </a:p>
        </p:txBody>
      </p:sp>
      <p:sp>
        <p:nvSpPr>
          <p:cNvPr id="3" name="Content Placeholder 2">
            <a:extLst>
              <a:ext uri="{FF2B5EF4-FFF2-40B4-BE49-F238E27FC236}">
                <a16:creationId xmlns:a16="http://schemas.microsoft.com/office/drawing/2014/main" id="{035A0884-C7AF-8636-C0B8-EB4A98D493F7}"/>
              </a:ext>
            </a:extLst>
          </p:cNvPr>
          <p:cNvSpPr>
            <a:spLocks noGrp="1"/>
          </p:cNvSpPr>
          <p:nvPr>
            <p:ph idx="1"/>
          </p:nvPr>
        </p:nvSpPr>
        <p:spPr>
          <a:xfrm>
            <a:off x="457200" y="6062436"/>
            <a:ext cx="8229600" cy="659039"/>
          </a:xfrm>
        </p:spPr>
        <p:txBody>
          <a:bodyPr/>
          <a:lstStyle/>
          <a:p>
            <a:r>
              <a:rPr lang="en-CA" sz="1800" dirty="0"/>
              <a:t>Copyright 2014 Scott W. Ambler www.ambysoft.com/surveys/</a:t>
            </a:r>
            <a:endParaRPr lang="en-US" sz="1800" dirty="0"/>
          </a:p>
        </p:txBody>
      </p:sp>
      <p:sp>
        <p:nvSpPr>
          <p:cNvPr id="4" name="Footer Placeholder 3">
            <a:extLst>
              <a:ext uri="{FF2B5EF4-FFF2-40B4-BE49-F238E27FC236}">
                <a16:creationId xmlns:a16="http://schemas.microsoft.com/office/drawing/2014/main" id="{3142784B-FE5C-2C67-FEAE-FDC8365D1FC9}"/>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182C2089-895F-6E86-5D45-DEE6A619A653}"/>
              </a:ext>
            </a:extLst>
          </p:cNvPr>
          <p:cNvSpPr>
            <a:spLocks noGrp="1"/>
          </p:cNvSpPr>
          <p:nvPr>
            <p:ph type="sldNum" sz="quarter" idx="12"/>
          </p:nvPr>
        </p:nvSpPr>
        <p:spPr/>
        <p:txBody>
          <a:bodyPr/>
          <a:lstStyle/>
          <a:p>
            <a:fld id="{1D5CD492-2BC6-F348-9965-EC1D86DF57A8}" type="slidenum">
              <a:rPr lang="en-US" smtClean="0"/>
              <a:t>73</a:t>
            </a:fld>
            <a:endParaRPr lang="en-US"/>
          </a:p>
        </p:txBody>
      </p:sp>
      <p:graphicFrame>
        <p:nvGraphicFramePr>
          <p:cNvPr id="6" name="Content Placeholder 4">
            <a:extLst>
              <a:ext uri="{FF2B5EF4-FFF2-40B4-BE49-F238E27FC236}">
                <a16:creationId xmlns:a16="http://schemas.microsoft.com/office/drawing/2014/main" id="{FA3EC2F1-B6B8-0063-A62E-53862E44FC40}"/>
              </a:ext>
            </a:extLst>
          </p:cNvPr>
          <p:cNvGraphicFramePr>
            <a:graphicFrameLocks/>
          </p:cNvGraphicFramePr>
          <p:nvPr>
            <p:extLst>
              <p:ext uri="{D42A27DB-BD31-4B8C-83A1-F6EECF244321}">
                <p14:modId xmlns:p14="http://schemas.microsoft.com/office/powerpoint/2010/main" val="3213811520"/>
              </p:ext>
            </p:extLst>
          </p:nvPr>
        </p:nvGraphicFramePr>
        <p:xfrm>
          <a:off x="412245" y="1477056"/>
          <a:ext cx="8319510" cy="45259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41400819"/>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4F53-AFF8-1CCD-611B-E60F5094D8E6}"/>
              </a:ext>
            </a:extLst>
          </p:cNvPr>
          <p:cNvSpPr>
            <a:spLocks noGrp="1"/>
          </p:cNvSpPr>
          <p:nvPr>
            <p:ph type="title"/>
          </p:nvPr>
        </p:nvSpPr>
        <p:spPr/>
        <p:txBody>
          <a:bodyPr/>
          <a:lstStyle/>
          <a:p>
            <a:r>
              <a:rPr lang="en-AU" dirty="0"/>
              <a:t>WeChat Case Study</a:t>
            </a:r>
          </a:p>
        </p:txBody>
      </p:sp>
      <p:sp>
        <p:nvSpPr>
          <p:cNvPr id="3" name="Content Placeholder 2">
            <a:extLst>
              <a:ext uri="{FF2B5EF4-FFF2-40B4-BE49-F238E27FC236}">
                <a16:creationId xmlns:a16="http://schemas.microsoft.com/office/drawing/2014/main" id="{FE5EB3B1-6940-EB96-D718-84DCF8E6D192}"/>
              </a:ext>
            </a:extLst>
          </p:cNvPr>
          <p:cNvSpPr>
            <a:spLocks noGrp="1"/>
          </p:cNvSpPr>
          <p:nvPr>
            <p:ph idx="1"/>
          </p:nvPr>
        </p:nvSpPr>
        <p:spPr>
          <a:xfrm>
            <a:off x="457200" y="1600200"/>
            <a:ext cx="8686800" cy="4525963"/>
          </a:xfrm>
        </p:spPr>
        <p:txBody>
          <a:bodyPr/>
          <a:lstStyle/>
          <a:p>
            <a:r>
              <a:rPr lang="en-AU" dirty="0"/>
              <a:t>Read description of development team</a:t>
            </a:r>
          </a:p>
          <a:p>
            <a:pPr lvl="1"/>
            <a:r>
              <a:rPr lang="en-AU" dirty="0">
                <a:hlinkClick r:id="rId2"/>
              </a:rPr>
              <a:t>https://baike.baidu.com/en/item/WeChat%20Development%20Team/2579698</a:t>
            </a:r>
            <a:endParaRPr lang="en-AU" dirty="0"/>
          </a:p>
          <a:p>
            <a:r>
              <a:rPr lang="en-AU" dirty="0"/>
              <a:t>Started as a team of 12 in 2010</a:t>
            </a:r>
          </a:p>
          <a:p>
            <a:pPr lvl="1"/>
            <a:r>
              <a:rPr lang="en-AU" dirty="0"/>
              <a:t>700 by 2014</a:t>
            </a:r>
          </a:p>
          <a:p>
            <a:pPr lvl="1"/>
            <a:r>
              <a:rPr lang="en-AU" dirty="0"/>
              <a:t>Estimated to be over 1400 now</a:t>
            </a:r>
          </a:p>
          <a:p>
            <a:r>
              <a:rPr lang="en-AU" dirty="0"/>
              <a:t>Discuss</a:t>
            </a:r>
          </a:p>
          <a:p>
            <a:pPr lvl="1"/>
            <a:r>
              <a:rPr lang="en-AU" dirty="0"/>
              <a:t>Team growth – How do you think they managed it?</a:t>
            </a:r>
          </a:p>
          <a:p>
            <a:pPr lvl="1"/>
            <a:r>
              <a:rPr lang="en-AU" dirty="0"/>
              <a:t>Flat organisational structure – How could they maintain consistency?</a:t>
            </a:r>
          </a:p>
          <a:p>
            <a:pPr lvl="1"/>
            <a:r>
              <a:rPr lang="en-AU" dirty="0"/>
              <a:t>Competitive team environment – What are benefits and drawbacks?</a:t>
            </a:r>
          </a:p>
          <a:p>
            <a:pPr lvl="1"/>
            <a:r>
              <a:rPr lang="en-AU" dirty="0"/>
              <a:t>2025 restructure – Implications for managing the platform?</a:t>
            </a:r>
          </a:p>
        </p:txBody>
      </p:sp>
      <p:sp>
        <p:nvSpPr>
          <p:cNvPr id="4" name="Footer Placeholder 3">
            <a:extLst>
              <a:ext uri="{FF2B5EF4-FFF2-40B4-BE49-F238E27FC236}">
                <a16:creationId xmlns:a16="http://schemas.microsoft.com/office/drawing/2014/main" id="{954A8658-0BE6-B6BB-F552-440C5BD2FCB6}"/>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C5838E7B-D104-653C-ADD9-66AB47F1EAFA}"/>
              </a:ext>
            </a:extLst>
          </p:cNvPr>
          <p:cNvSpPr>
            <a:spLocks noGrp="1"/>
          </p:cNvSpPr>
          <p:nvPr>
            <p:ph type="sldNum" sz="quarter" idx="12"/>
          </p:nvPr>
        </p:nvSpPr>
        <p:spPr/>
        <p:txBody>
          <a:bodyPr/>
          <a:lstStyle/>
          <a:p>
            <a:fld id="{1D5CD492-2BC6-F348-9965-EC1D86DF57A8}" type="slidenum">
              <a:rPr lang="en-US" smtClean="0"/>
              <a:t>74</a:t>
            </a:fld>
            <a:endParaRPr lang="en-US"/>
          </a:p>
        </p:txBody>
      </p:sp>
    </p:spTree>
    <p:extLst>
      <p:ext uri="{BB962C8B-B14F-4D97-AF65-F5344CB8AC3E}">
        <p14:creationId xmlns:p14="http://schemas.microsoft.com/office/powerpoint/2010/main" val="1960493002"/>
      </p:ext>
    </p:extLst>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97D27-0205-0F87-67EF-4FFFE25AAA77}"/>
              </a:ext>
            </a:extLst>
          </p:cNvPr>
          <p:cNvSpPr>
            <a:spLocks noGrp="1"/>
          </p:cNvSpPr>
          <p:nvPr>
            <p:ph type="title"/>
          </p:nvPr>
        </p:nvSpPr>
        <p:spPr>
          <a:xfrm>
            <a:off x="457200" y="274638"/>
            <a:ext cx="7293232" cy="1143000"/>
          </a:xfrm>
        </p:spPr>
        <p:txBody>
          <a:bodyPr wrap="square" anchor="ctr">
            <a:normAutofit/>
          </a:bodyPr>
          <a:lstStyle/>
          <a:p>
            <a:r>
              <a:rPr lang="en-AU" dirty="0" err="1"/>
              <a:t>Amap</a:t>
            </a:r>
            <a:r>
              <a:rPr lang="en-AU" dirty="0"/>
              <a:t> Planning</a:t>
            </a:r>
          </a:p>
        </p:txBody>
      </p:sp>
      <p:pic>
        <p:nvPicPr>
          <p:cNvPr id="9" name="Content Placeholder 8">
            <a:extLst>
              <a:ext uri="{FF2B5EF4-FFF2-40B4-BE49-F238E27FC236}">
                <a16:creationId xmlns:a16="http://schemas.microsoft.com/office/drawing/2014/main" id="{85D1D339-1122-BFE3-D9B6-A7A344E6B55E}"/>
              </a:ext>
            </a:extLst>
          </p:cNvPr>
          <p:cNvPicPr>
            <a:picLocks noGrp="1" noChangeAspect="1"/>
          </p:cNvPicPr>
          <p:nvPr>
            <p:ph sz="half" idx="1"/>
          </p:nvPr>
        </p:nvPicPr>
        <p:blipFill>
          <a:blip r:embed="rId3"/>
          <a:srcRect b="6507"/>
          <a:stretch>
            <a:fillRect/>
          </a:stretch>
        </p:blipFill>
        <p:spPr>
          <a:xfrm>
            <a:off x="5758474" y="0"/>
            <a:ext cx="3385526" cy="6858000"/>
          </a:xfrm>
          <a:prstGeom prst="rect">
            <a:avLst/>
          </a:prstGeom>
        </p:spPr>
      </p:pic>
      <p:sp>
        <p:nvSpPr>
          <p:cNvPr id="12" name="Content Placeholder 3">
            <a:extLst>
              <a:ext uri="{FF2B5EF4-FFF2-40B4-BE49-F238E27FC236}">
                <a16:creationId xmlns:a16="http://schemas.microsoft.com/office/drawing/2014/main" id="{1DAE22BB-A5C7-0D4C-756F-0868150C9576}"/>
              </a:ext>
            </a:extLst>
          </p:cNvPr>
          <p:cNvSpPr>
            <a:spLocks noGrp="1"/>
          </p:cNvSpPr>
          <p:nvPr>
            <p:ph sz="half" idx="2"/>
          </p:nvPr>
        </p:nvSpPr>
        <p:spPr>
          <a:xfrm>
            <a:off x="457200" y="1600200"/>
            <a:ext cx="5105400" cy="4525963"/>
          </a:xfrm>
        </p:spPr>
        <p:txBody>
          <a:bodyPr/>
          <a:lstStyle/>
          <a:p>
            <a:pPr>
              <a:spcBef>
                <a:spcPts val="600"/>
              </a:spcBef>
              <a:spcAft>
                <a:spcPts val="600"/>
              </a:spcAft>
              <a:buFont typeface="Wingdings" charset="2"/>
              <a:buChar char="²"/>
            </a:pPr>
            <a:r>
              <a:rPr lang="en-US" sz="2400" dirty="0">
                <a:solidFill>
                  <a:srgbClr val="46424D"/>
                </a:solidFill>
                <a:latin typeface="Arial"/>
                <a:cs typeface="Arial"/>
              </a:rPr>
              <a:t>How many teams were needed to build </a:t>
            </a:r>
            <a:r>
              <a:rPr lang="en-US" sz="2400" dirty="0" err="1">
                <a:solidFill>
                  <a:srgbClr val="46424D"/>
                </a:solidFill>
                <a:latin typeface="Arial"/>
                <a:cs typeface="Arial"/>
              </a:rPr>
              <a:t>Amap</a:t>
            </a:r>
            <a:r>
              <a:rPr lang="en-US" sz="2400" dirty="0">
                <a:solidFill>
                  <a:srgbClr val="46424D"/>
                </a:solidFill>
                <a:latin typeface="Arial"/>
                <a:cs typeface="Arial"/>
              </a:rPr>
              <a:t>?</a:t>
            </a:r>
          </a:p>
          <a:p>
            <a:pPr marL="714375" lvl="1" indent="-257175">
              <a:spcBef>
                <a:spcPts val="300"/>
              </a:spcBef>
              <a:spcAft>
                <a:spcPts val="300"/>
              </a:spcAft>
              <a:buFont typeface="Wingdings" charset="2"/>
              <a:buChar char="§"/>
            </a:pPr>
            <a:r>
              <a:rPr lang="en-US" sz="2000" dirty="0">
                <a:solidFill>
                  <a:srgbClr val="46424D"/>
                </a:solidFill>
                <a:latin typeface="Arial"/>
                <a:cs typeface="Arial"/>
              </a:rPr>
              <a:t>Don’t worry about each teams’ size</a:t>
            </a:r>
          </a:p>
          <a:p>
            <a:pPr marL="714375" lvl="1" indent="-257175">
              <a:spcBef>
                <a:spcPts val="300"/>
              </a:spcBef>
              <a:spcAft>
                <a:spcPts val="300"/>
              </a:spcAft>
              <a:buFont typeface="Wingdings" charset="2"/>
              <a:buChar char="§"/>
            </a:pPr>
            <a:r>
              <a:rPr lang="en-US" sz="2000" dirty="0">
                <a:solidFill>
                  <a:srgbClr val="46424D"/>
                </a:solidFill>
                <a:latin typeface="Arial"/>
                <a:cs typeface="Arial"/>
              </a:rPr>
              <a:t>Don’t worry about how long they need </a:t>
            </a:r>
            <a:r>
              <a:rPr lang="en-US" sz="2000">
                <a:solidFill>
                  <a:srgbClr val="46424D"/>
                </a:solidFill>
                <a:latin typeface="Arial"/>
                <a:cs typeface="Arial"/>
              </a:rPr>
              <a:t>to implement their work</a:t>
            </a:r>
            <a:endParaRPr lang="en-US" sz="2000" dirty="0">
              <a:solidFill>
                <a:srgbClr val="46424D"/>
              </a:solidFill>
              <a:latin typeface="Arial"/>
              <a:cs typeface="Arial"/>
            </a:endParaRPr>
          </a:p>
          <a:p>
            <a:pPr>
              <a:spcBef>
                <a:spcPts val="600"/>
              </a:spcBef>
              <a:spcAft>
                <a:spcPts val="600"/>
              </a:spcAft>
              <a:buFont typeface="Wingdings" charset="2"/>
              <a:buChar char="²"/>
            </a:pPr>
            <a:r>
              <a:rPr lang="en-US" sz="2400" dirty="0">
                <a:solidFill>
                  <a:srgbClr val="46424D"/>
                </a:solidFill>
                <a:latin typeface="Arial"/>
                <a:cs typeface="Arial"/>
              </a:rPr>
              <a:t>What features does it have?</a:t>
            </a:r>
          </a:p>
          <a:p>
            <a:pPr>
              <a:spcBef>
                <a:spcPts val="600"/>
              </a:spcBef>
              <a:spcAft>
                <a:spcPts val="600"/>
              </a:spcAft>
              <a:buFont typeface="Wingdings" charset="2"/>
              <a:buChar char="²"/>
            </a:pPr>
            <a:r>
              <a:rPr lang="en-US" sz="2400" dirty="0">
                <a:solidFill>
                  <a:srgbClr val="46424D"/>
                </a:solidFill>
                <a:latin typeface="Arial"/>
                <a:cs typeface="Arial"/>
              </a:rPr>
              <a:t>How many are built by Alibaba?</a:t>
            </a:r>
          </a:p>
          <a:p>
            <a:pPr>
              <a:spcBef>
                <a:spcPts val="600"/>
              </a:spcBef>
              <a:spcAft>
                <a:spcPts val="600"/>
              </a:spcAft>
              <a:buFont typeface="Wingdings" charset="2"/>
              <a:buChar char="²"/>
            </a:pPr>
            <a:r>
              <a:rPr lang="en-US" sz="2400" dirty="0">
                <a:solidFill>
                  <a:srgbClr val="46424D"/>
                </a:solidFill>
                <a:latin typeface="Arial"/>
                <a:cs typeface="Arial"/>
              </a:rPr>
              <a:t>How many are external services?</a:t>
            </a:r>
          </a:p>
          <a:p>
            <a:pPr marL="714375" lvl="1" indent="-257175">
              <a:spcBef>
                <a:spcPts val="300"/>
              </a:spcBef>
              <a:spcAft>
                <a:spcPts val="300"/>
              </a:spcAft>
              <a:buFont typeface="Wingdings" charset="2"/>
              <a:buChar char="§"/>
            </a:pPr>
            <a:r>
              <a:rPr lang="en-US" sz="2000" dirty="0">
                <a:solidFill>
                  <a:srgbClr val="46424D"/>
                </a:solidFill>
                <a:latin typeface="Arial"/>
                <a:cs typeface="Arial"/>
              </a:rPr>
              <a:t>Each service still needs to be integrated into </a:t>
            </a:r>
            <a:r>
              <a:rPr lang="en-US" sz="2000" dirty="0" err="1">
                <a:solidFill>
                  <a:srgbClr val="46424D"/>
                </a:solidFill>
                <a:latin typeface="Arial"/>
                <a:cs typeface="Arial"/>
              </a:rPr>
              <a:t>Amap</a:t>
            </a:r>
            <a:endParaRPr lang="en-US" sz="2000" dirty="0">
              <a:solidFill>
                <a:srgbClr val="46424D"/>
              </a:solidFill>
              <a:latin typeface="Arial"/>
              <a:cs typeface="Arial"/>
            </a:endParaRPr>
          </a:p>
        </p:txBody>
      </p:sp>
      <p:sp>
        <p:nvSpPr>
          <p:cNvPr id="4" name="Footer Placeholder 3">
            <a:extLst>
              <a:ext uri="{FF2B5EF4-FFF2-40B4-BE49-F238E27FC236}">
                <a16:creationId xmlns:a16="http://schemas.microsoft.com/office/drawing/2014/main" id="{ACB70817-08DD-F3EB-F209-70DFAB797AE6}"/>
              </a:ext>
            </a:extLst>
          </p:cNvPr>
          <p:cNvSpPr>
            <a:spLocks noGrp="1"/>
          </p:cNvSpPr>
          <p:nvPr>
            <p:ph type="ftr" sz="quarter" idx="11"/>
          </p:nvPr>
        </p:nvSpPr>
        <p:spPr>
          <a:xfrm>
            <a:off x="3124200" y="6356350"/>
            <a:ext cx="2895600" cy="365125"/>
          </a:xfrm>
        </p:spPr>
        <p:txBody>
          <a:bodyPr anchor="ctr">
            <a:normAutofit/>
          </a:bodyPr>
          <a:lstStyle/>
          <a:p>
            <a:pPr>
              <a:spcAft>
                <a:spcPts val="600"/>
              </a:spcAft>
            </a:pPr>
            <a:r>
              <a:rPr lang="en-US"/>
              <a:t>Chapter 1 Introduction</a:t>
            </a:r>
          </a:p>
        </p:txBody>
      </p:sp>
      <p:sp>
        <p:nvSpPr>
          <p:cNvPr id="5" name="Slide Number Placeholder 4">
            <a:extLst>
              <a:ext uri="{FF2B5EF4-FFF2-40B4-BE49-F238E27FC236}">
                <a16:creationId xmlns:a16="http://schemas.microsoft.com/office/drawing/2014/main" id="{FAD570B4-2B73-3EB8-B717-0D9D53CEE2F6}"/>
              </a:ext>
            </a:extLst>
          </p:cNvPr>
          <p:cNvSpPr>
            <a:spLocks noGrp="1"/>
          </p:cNvSpPr>
          <p:nvPr>
            <p:ph type="sldNum" sz="quarter" idx="12"/>
          </p:nvPr>
        </p:nvSpPr>
        <p:spPr>
          <a:xfrm>
            <a:off x="6540626" y="6356350"/>
            <a:ext cx="2133600" cy="365125"/>
          </a:xfrm>
        </p:spPr>
        <p:txBody>
          <a:bodyPr anchor="ctr">
            <a:normAutofit/>
          </a:bodyPr>
          <a:lstStyle/>
          <a:p>
            <a:pPr>
              <a:spcAft>
                <a:spcPts val="600"/>
              </a:spcAft>
            </a:pPr>
            <a:fld id="{1D5CD492-2BC6-F348-9965-EC1D86DF57A8}" type="slidenum">
              <a:rPr lang="en-US" smtClean="0"/>
              <a:pPr>
                <a:spcAft>
                  <a:spcPts val="600"/>
                </a:spcAft>
              </a:pPr>
              <a:t>75</a:t>
            </a:fld>
            <a:endParaRPr lang="en-US"/>
          </a:p>
        </p:txBody>
      </p:sp>
    </p:spTree>
    <p:extLst>
      <p:ext uri="{BB962C8B-B14F-4D97-AF65-F5344CB8AC3E}">
        <p14:creationId xmlns:p14="http://schemas.microsoft.com/office/powerpoint/2010/main" val="2242101633"/>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1000"/>
                                        <p:tgtEl>
                                          <p:spTgt spid="12">
                                            <p:txEl>
                                              <p:pRg st="1" end="1"/>
                                            </p:txEl>
                                          </p:spTgt>
                                        </p:tgtEl>
                                      </p:cBhvr>
                                    </p:animEffect>
                                    <p:anim calcmode="lin" valueType="num">
                                      <p:cBhvr>
                                        <p:cTn id="13"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1000"/>
                                        <p:tgtEl>
                                          <p:spTgt spid="12">
                                            <p:txEl>
                                              <p:pRg st="2" end="2"/>
                                            </p:txEl>
                                          </p:spTgt>
                                        </p:tgtEl>
                                      </p:cBhvr>
                                    </p:animEffect>
                                    <p:anim calcmode="lin" valueType="num">
                                      <p:cBhvr>
                                        <p:cTn id="1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
                                            <p:txEl>
                                              <p:pRg st="3" end="3"/>
                                            </p:txEl>
                                          </p:spTgt>
                                        </p:tgtEl>
                                        <p:attrNameLst>
                                          <p:attrName>style.visibility</p:attrName>
                                        </p:attrNameLst>
                                      </p:cBhvr>
                                      <p:to>
                                        <p:strVal val="visible"/>
                                      </p:to>
                                    </p:set>
                                    <p:animEffect transition="in" filter="fade">
                                      <p:cBhvr>
                                        <p:cTn id="24" dur="1000"/>
                                        <p:tgtEl>
                                          <p:spTgt spid="12">
                                            <p:txEl>
                                              <p:pRg st="3" end="3"/>
                                            </p:txEl>
                                          </p:spTgt>
                                        </p:tgtEl>
                                      </p:cBhvr>
                                    </p:animEffect>
                                    <p:anim calcmode="lin" valueType="num">
                                      <p:cBhvr>
                                        <p:cTn id="2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animEffect transition="in" filter="fade">
                                      <p:cBhvr>
                                        <p:cTn id="31" dur="1000"/>
                                        <p:tgtEl>
                                          <p:spTgt spid="12">
                                            <p:txEl>
                                              <p:pRg st="4" end="4"/>
                                            </p:txEl>
                                          </p:spTgt>
                                        </p:tgtEl>
                                      </p:cBhvr>
                                    </p:animEffect>
                                    <p:anim calcmode="lin" valueType="num">
                                      <p:cBhvr>
                                        <p:cTn id="32"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2">
                                            <p:txEl>
                                              <p:pRg st="5" end="5"/>
                                            </p:txEl>
                                          </p:spTgt>
                                        </p:tgtEl>
                                        <p:attrNameLst>
                                          <p:attrName>style.visibility</p:attrName>
                                        </p:attrNameLst>
                                      </p:cBhvr>
                                      <p:to>
                                        <p:strVal val="visible"/>
                                      </p:to>
                                    </p:set>
                                    <p:animEffect transition="in" filter="fade">
                                      <p:cBhvr>
                                        <p:cTn id="38" dur="1000"/>
                                        <p:tgtEl>
                                          <p:spTgt spid="12">
                                            <p:txEl>
                                              <p:pRg st="5" end="5"/>
                                            </p:txEl>
                                          </p:spTgt>
                                        </p:tgtEl>
                                      </p:cBhvr>
                                    </p:animEffect>
                                    <p:anim calcmode="lin" valueType="num">
                                      <p:cBhvr>
                                        <p:cTn id="39"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12">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xEl>
                                              <p:pRg st="6" end="6"/>
                                            </p:txEl>
                                          </p:spTgt>
                                        </p:tgtEl>
                                        <p:attrNameLst>
                                          <p:attrName>style.visibility</p:attrName>
                                        </p:attrNameLst>
                                      </p:cBhvr>
                                      <p:to>
                                        <p:strVal val="visible"/>
                                      </p:to>
                                    </p:set>
                                    <p:animEffect transition="in" filter="fade">
                                      <p:cBhvr>
                                        <p:cTn id="43" dur="1000"/>
                                        <p:tgtEl>
                                          <p:spTgt spid="12">
                                            <p:txEl>
                                              <p:pRg st="6" end="6"/>
                                            </p:txEl>
                                          </p:spTgt>
                                        </p:tgtEl>
                                      </p:cBhvr>
                                    </p:animEffect>
                                    <p:anim calcmode="lin" valueType="num">
                                      <p:cBhvr>
                                        <p:cTn id="44"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CD71D-6E41-28EB-F5E0-A6C751CE8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DD4C4-BFFA-06DC-8ED0-F824AEBD401F}"/>
              </a:ext>
            </a:extLst>
          </p:cNvPr>
          <p:cNvSpPr>
            <a:spLocks noGrp="1"/>
          </p:cNvSpPr>
          <p:nvPr>
            <p:ph type="title"/>
          </p:nvPr>
        </p:nvSpPr>
        <p:spPr>
          <a:xfrm>
            <a:off x="457200" y="2306638"/>
            <a:ext cx="8229600" cy="1143000"/>
          </a:xfrm>
        </p:spPr>
        <p:txBody>
          <a:bodyPr/>
          <a:lstStyle/>
          <a:p>
            <a:pPr algn="ctr"/>
            <a:r>
              <a:rPr lang="en-US" dirty="0"/>
              <a:t>Ethics</a:t>
            </a:r>
          </a:p>
        </p:txBody>
      </p:sp>
      <p:sp>
        <p:nvSpPr>
          <p:cNvPr id="6" name="Footer Placeholder 5">
            <a:extLst>
              <a:ext uri="{FF2B5EF4-FFF2-40B4-BE49-F238E27FC236}">
                <a16:creationId xmlns:a16="http://schemas.microsoft.com/office/drawing/2014/main" id="{AF6E945A-1477-50B8-56B4-2A08D0C7C4BC}"/>
              </a:ext>
            </a:extLst>
          </p:cNvPr>
          <p:cNvSpPr>
            <a:spLocks noGrp="1"/>
          </p:cNvSpPr>
          <p:nvPr>
            <p:ph type="ftr" sz="quarter" idx="10"/>
          </p:nvPr>
        </p:nvSpPr>
        <p:spPr/>
        <p:txBody>
          <a:bodyPr/>
          <a:lstStyle/>
          <a:p>
            <a:r>
              <a:rPr lang="en-US"/>
              <a:t>Chapter 1 Introduction</a:t>
            </a:r>
            <a:endParaRPr lang="en-US" dirty="0"/>
          </a:p>
        </p:txBody>
      </p:sp>
      <p:sp>
        <p:nvSpPr>
          <p:cNvPr id="8" name="Slide Number Placeholder 7">
            <a:extLst>
              <a:ext uri="{FF2B5EF4-FFF2-40B4-BE49-F238E27FC236}">
                <a16:creationId xmlns:a16="http://schemas.microsoft.com/office/drawing/2014/main" id="{B89FC838-A35C-7016-C1F3-E28D73331D0D}"/>
              </a:ext>
            </a:extLst>
          </p:cNvPr>
          <p:cNvSpPr>
            <a:spLocks noGrp="1"/>
          </p:cNvSpPr>
          <p:nvPr>
            <p:ph type="sldNum" sz="quarter" idx="12"/>
          </p:nvPr>
        </p:nvSpPr>
        <p:spPr/>
        <p:txBody>
          <a:bodyPr/>
          <a:lstStyle/>
          <a:p>
            <a:fld id="{1D5CD492-2BC6-F348-9965-EC1D86DF57A8}" type="slidenum">
              <a:rPr lang="en-US" smtClean="0"/>
              <a:t>76</a:t>
            </a:fld>
            <a:endParaRPr lang="en-US"/>
          </a:p>
        </p:txBody>
      </p:sp>
    </p:spTree>
    <p:extLst>
      <p:ext uri="{BB962C8B-B14F-4D97-AF65-F5344CB8AC3E}">
        <p14:creationId xmlns:p14="http://schemas.microsoft.com/office/powerpoint/2010/main" val="25260876"/>
      </p:ext>
    </p:extLst>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a:t>
            </a:r>
          </a:p>
          <a:p>
            <a:pPr lvl="1"/>
            <a:r>
              <a:rPr lang="en-GB" dirty="0"/>
              <a:t>If they are to be respected as professionals</a:t>
            </a:r>
          </a:p>
          <a:p>
            <a:r>
              <a:rPr lang="en-GB" dirty="0"/>
              <a:t>Ethical behaviour is more than simply upholding the law</a:t>
            </a:r>
          </a:p>
          <a:p>
            <a:pPr lvl="1"/>
            <a:r>
              <a:rPr lang="en-GB" dirty="0"/>
              <a:t>Requires 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77</a:t>
            </a:fld>
            <a:endParaRPr lang="en-US"/>
          </a:p>
        </p:txBody>
      </p:sp>
    </p:spTree>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dirty="0"/>
              <a:t>Professional Responsibility</a:t>
            </a:r>
          </a:p>
        </p:txBody>
      </p:sp>
      <p:sp>
        <p:nvSpPr>
          <p:cNvPr id="81925" name="Rectangle 5"/>
          <p:cNvSpPr>
            <a:spLocks noGrp="1" noChangeArrowheads="1"/>
          </p:cNvSpPr>
          <p:nvPr>
            <p:ph idx="1"/>
          </p:nvPr>
        </p:nvSpPr>
        <p:spPr/>
        <p:txBody>
          <a:bodyPr/>
          <a:lstStyle/>
          <a:p>
            <a:pPr>
              <a:lnSpc>
                <a:spcPct val="90000"/>
              </a:lnSpc>
            </a:pPr>
            <a:r>
              <a:rPr lang="en-GB" dirty="0"/>
              <a:t>Confidentiality </a:t>
            </a:r>
          </a:p>
          <a:p>
            <a:pPr lvl="1">
              <a:lnSpc>
                <a:spcPct val="90000"/>
              </a:lnSpc>
            </a:pPr>
            <a:r>
              <a:rPr lang="en-GB" dirty="0"/>
              <a:t>Engineers should normally respect the confidentiality of their employers or clients irrespective of whether or not a formal confidentiality agreement has been signed</a:t>
            </a:r>
          </a:p>
          <a:p>
            <a:pPr>
              <a:lnSpc>
                <a:spcPct val="90000"/>
              </a:lnSpc>
            </a:pPr>
            <a:r>
              <a:rPr lang="en-GB" dirty="0"/>
              <a:t>Competence </a:t>
            </a:r>
          </a:p>
          <a:p>
            <a:pPr lvl="1">
              <a:lnSpc>
                <a:spcPct val="90000"/>
              </a:lnSpc>
            </a:pPr>
            <a:r>
              <a:rPr lang="en-GB" dirty="0"/>
              <a:t>Engineers should not misrepresent their level of competence</a:t>
            </a:r>
          </a:p>
          <a:p>
            <a:pPr lvl="2">
              <a:lnSpc>
                <a:spcPct val="90000"/>
              </a:lnSpc>
            </a:pPr>
            <a:r>
              <a:rPr lang="en-GB" sz="2000" dirty="0"/>
              <a:t>Should not knowingly accept work which is outside their competence</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78</a:t>
            </a:fld>
            <a:endParaRPr lang="en-US"/>
          </a:p>
        </p:txBody>
      </p:sp>
    </p:spTree>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dirty="0"/>
              <a:t>Professional Responsibility</a:t>
            </a:r>
          </a:p>
        </p:txBody>
      </p:sp>
      <p:sp>
        <p:nvSpPr>
          <p:cNvPr id="83973" name="Rectangle 5"/>
          <p:cNvSpPr>
            <a:spLocks noGrp="1" noChangeArrowheads="1"/>
          </p:cNvSpPr>
          <p:nvPr>
            <p:ph idx="1"/>
          </p:nvPr>
        </p:nvSpPr>
        <p:spPr/>
        <p:txBody>
          <a:bodyPr/>
          <a:lstStyle/>
          <a:p>
            <a:r>
              <a:rPr lang="en-GB" sz="2400" dirty="0"/>
              <a:t>Intellectual property rights </a:t>
            </a:r>
          </a:p>
          <a:p>
            <a:pPr lvl="1"/>
            <a:r>
              <a:rPr lang="en-GB" sz="2000" dirty="0"/>
              <a:t>Engineers should be aware of local laws governing the use of intellectual property such as patents, copyright, etc.</a:t>
            </a:r>
          </a:p>
          <a:p>
            <a:pPr lvl="1"/>
            <a:r>
              <a:rPr lang="en-GB" sz="2000" dirty="0"/>
              <a:t>They should carefully ensure that the intellectual property of employers and clients is protected</a:t>
            </a:r>
          </a:p>
          <a:p>
            <a:r>
              <a:rPr lang="en-GB" sz="2400" dirty="0"/>
              <a:t>Computer misuse </a:t>
            </a:r>
          </a:p>
          <a:p>
            <a:pPr lvl="1"/>
            <a:r>
              <a:rPr lang="en-GB" sz="2000" dirty="0"/>
              <a:t>Engineers should not use their technical skills to misuse other people’s computers</a:t>
            </a:r>
            <a:endParaRPr lang="en-GB" dirty="0"/>
          </a:p>
          <a:p>
            <a:pPr lvl="2"/>
            <a:r>
              <a:rPr lang="en-GB" sz="2000" dirty="0"/>
              <a:t>Misuse ranges from relatively trivial (e.g. playing games on an employer’s machine) to extremely serious (e.g. dissemination of viruses)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79</a:t>
            </a:fld>
            <a:endParaRPr lang="en-US"/>
          </a:p>
        </p:txBody>
      </p:sp>
    </p:spTree>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Professional societies have cooperated to produce a code of ethical practice</a:t>
            </a:r>
          </a:p>
          <a:p>
            <a:pPr>
              <a:lnSpc>
                <a:spcPct val="90000"/>
              </a:lnSpc>
            </a:pPr>
            <a:r>
              <a:rPr lang="en-GB" dirty="0"/>
              <a:t>Members sign up to the code of practice when they join</a:t>
            </a:r>
          </a:p>
          <a:p>
            <a:pPr>
              <a:lnSpc>
                <a:spcPct val="90000"/>
              </a:lnSpc>
            </a:pPr>
            <a:r>
              <a:rPr lang="en-GB" dirty="0"/>
              <a:t>Contains eight principles related to the behaviour of and decisions made by professional software engineers</a:t>
            </a:r>
          </a:p>
          <a:p>
            <a:pPr lvl="1">
              <a:lnSpc>
                <a:spcPct val="90000"/>
              </a:lnSpc>
            </a:pPr>
            <a:r>
              <a:rPr lang="en-GB" dirty="0"/>
              <a:t>Including practitioners, educators, managers, supervisors and policy makers, as well as trainees and students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80</a:t>
            </a:fld>
            <a:endParaRPr lang="en-US"/>
          </a:p>
        </p:txBody>
      </p:sp>
    </p:spTree>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of Ethics Rationale</a:t>
            </a:r>
          </a:p>
        </p:txBody>
      </p:sp>
      <p:sp>
        <p:nvSpPr>
          <p:cNvPr id="3" name="Content Placeholder 2"/>
          <p:cNvSpPr>
            <a:spLocks noGrp="1"/>
          </p:cNvSpPr>
          <p:nvPr>
            <p:ph idx="1"/>
          </p:nvPr>
        </p:nvSpPr>
        <p:spPr>
          <a:xfrm>
            <a:off x="457200" y="1600200"/>
            <a:ext cx="8229600" cy="4525963"/>
          </a:xfrm>
        </p:spPr>
        <p:txBody>
          <a:bodyPr/>
          <a:lstStyle/>
          <a:p>
            <a:r>
              <a:rPr lang="en-GB" sz="2200"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r>
              <a:rPr lang="en-GB" sz="2200" i="1" dirty="0"/>
              <a:t>Because of their roles in developing software systems, software engineers have significant</a:t>
            </a:r>
            <a:r>
              <a:rPr lang="en-GB" sz="2200" dirty="0"/>
              <a:t> </a:t>
            </a:r>
            <a:r>
              <a:rPr lang="en-GB" sz="2200"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sz="2200"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81</a:t>
            </a:fld>
            <a:endParaRPr lang="en-US"/>
          </a:p>
        </p:txBody>
      </p:sp>
    </p:spTree>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ACM/IEEE Code of Ethics </a:t>
            </a:r>
            <a:endParaRPr lang="en-US" dirty="0"/>
          </a:p>
        </p:txBody>
      </p:sp>
      <p:sp>
        <p:nvSpPr>
          <p:cNvPr id="6" name="TextBox 5"/>
          <p:cNvSpPr txBox="1"/>
          <p:nvPr/>
        </p:nvSpPr>
        <p:spPr>
          <a:xfrm>
            <a:off x="457200" y="1616194"/>
            <a:ext cx="8324850" cy="4708981"/>
          </a:xfrm>
          <a:prstGeom prst="rect">
            <a:avLst/>
          </a:prstGeom>
          <a:solidFill>
            <a:srgbClr val="FFFF00">
              <a:alpha val="34000"/>
            </a:srgbClr>
          </a:solidFill>
        </p:spPr>
        <p:txBody>
          <a:bodyPr wrap="square" rtlCol="0">
            <a:spAutoFit/>
          </a:bodyPr>
          <a:lstStyle/>
          <a:p>
            <a:pPr>
              <a:spcAft>
                <a:spcPts val="600"/>
              </a:spcAft>
            </a:pPr>
            <a:r>
              <a:rPr lang="en-US" b="1" dirty="0"/>
              <a:t>Software Engineering Code of Ethics and Professional Practice</a:t>
            </a:r>
          </a:p>
          <a:p>
            <a:r>
              <a:rPr lang="en-US" dirty="0"/>
              <a:t>ACM/IEEE-CS Joint Task Force on Software Engineering Ethics and Professional Practices</a:t>
            </a:r>
            <a:endParaRPr lang="en-GB" dirty="0"/>
          </a:p>
          <a:p>
            <a:pPr>
              <a:spcBef>
                <a:spcPts val="1200"/>
              </a:spcBef>
              <a:spcAft>
                <a:spcPts val="600"/>
              </a:spcAft>
            </a:pPr>
            <a:r>
              <a:rPr lang="en-US" b="1" dirty="0"/>
              <a:t>PREAMBLE</a:t>
            </a:r>
            <a:endParaRPr lang="en-GB" dirty="0"/>
          </a:p>
          <a:p>
            <a:pPr>
              <a:spcAft>
                <a:spcPts val="600"/>
              </a:spcAft>
            </a:pPr>
            <a:r>
              <a:rPr lang="en-US"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dirty="0"/>
          </a:p>
          <a:p>
            <a:r>
              <a:rPr lang="en-US"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8" name="Slide Number Placeholder 7"/>
          <p:cNvSpPr>
            <a:spLocks noGrp="1"/>
          </p:cNvSpPr>
          <p:nvPr>
            <p:ph type="sldNum" sz="quarter" idx="12"/>
          </p:nvPr>
        </p:nvSpPr>
        <p:spPr/>
        <p:txBody>
          <a:bodyPr/>
          <a:lstStyle/>
          <a:p>
            <a:fld id="{1D5CD492-2BC6-F348-9965-EC1D86DF57A8}" type="slidenum">
              <a:rPr lang="en-US" smtClean="0"/>
              <a:t>82</a:t>
            </a:fld>
            <a:endParaRPr lang="en-US"/>
          </a:p>
        </p:txBody>
      </p:sp>
    </p:spTree>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66675"/>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817050"/>
            <a:ext cx="8461312" cy="5616922"/>
          </a:xfrm>
          <a:prstGeom prst="rect">
            <a:avLst/>
          </a:prstGeom>
          <a:solidFill>
            <a:srgbClr val="FFFF00">
              <a:alpha val="34000"/>
            </a:srgbClr>
          </a:solidFill>
        </p:spPr>
        <p:txBody>
          <a:bodyPr wrap="square" rtlCol="0">
            <a:spAutoFit/>
          </a:bodyPr>
          <a:lstStyle/>
          <a:p>
            <a:pPr marL="342900" indent="-342900">
              <a:spcAft>
                <a:spcPts val="600"/>
              </a:spcAft>
              <a:buFont typeface="+mj-lt"/>
              <a:buAutoNum type="arabicPeriod"/>
            </a:pPr>
            <a:r>
              <a:rPr lang="en-US" dirty="0"/>
              <a:t>PUBLIC - Software engineers shall act consistently with the public interest.</a:t>
            </a:r>
            <a:endParaRPr lang="en-GB" dirty="0"/>
          </a:p>
          <a:p>
            <a:pPr marL="342900" indent="-342900">
              <a:spcAft>
                <a:spcPts val="600"/>
              </a:spcAft>
              <a:buFont typeface="+mj-lt"/>
              <a:buAutoNum type="arabicPeriod"/>
            </a:pPr>
            <a:r>
              <a:rPr lang="en-GB" dirty="0"/>
              <a:t>CLIENT AND EMPLOYER - Software engineers shall act in a manner that is in the best interests of their client and employer consistent with the public interest.</a:t>
            </a:r>
          </a:p>
          <a:p>
            <a:pPr marL="342900" indent="-342900">
              <a:spcAft>
                <a:spcPts val="600"/>
              </a:spcAft>
              <a:buFont typeface="+mj-lt"/>
              <a:buAutoNum type="arabicPeriod"/>
            </a:pPr>
            <a:r>
              <a:rPr lang="en-US" dirty="0"/>
              <a:t>PRODUCT - Software engineers shall ensure that their products and related modifications meet the highest professional standards possible.</a:t>
            </a:r>
            <a:endParaRPr lang="en-GB" dirty="0"/>
          </a:p>
          <a:p>
            <a:pPr marL="342900" indent="-342900">
              <a:spcAft>
                <a:spcPts val="600"/>
              </a:spcAft>
              <a:buFont typeface="+mj-lt"/>
              <a:buAutoNum type="arabicPeriod"/>
            </a:pPr>
            <a:r>
              <a:rPr lang="en-US" dirty="0"/>
              <a:t>JUDGMENT - Software engineers shall maintain integrity and independence in their professional judgment.</a:t>
            </a:r>
            <a:endParaRPr lang="en-GB" dirty="0"/>
          </a:p>
          <a:p>
            <a:pPr marL="342900" indent="-342900">
              <a:spcAft>
                <a:spcPts val="600"/>
              </a:spcAft>
              <a:buFont typeface="+mj-lt"/>
              <a:buAutoNum type="arabicPeriod"/>
            </a:pPr>
            <a:r>
              <a:rPr lang="en-US" dirty="0"/>
              <a:t>MANAGEMENT - Software engineering managers and leaders shall subscribe to and promote an ethical approach to the management of software development and maintenance.</a:t>
            </a:r>
            <a:endParaRPr lang="en-GB" dirty="0"/>
          </a:p>
          <a:p>
            <a:pPr marL="342900" indent="-342900">
              <a:spcAft>
                <a:spcPts val="600"/>
              </a:spcAft>
              <a:buFont typeface="+mj-lt"/>
              <a:buAutoNum type="arabicPeriod"/>
            </a:pPr>
            <a:r>
              <a:rPr lang="en-US" dirty="0"/>
              <a:t>PROFESSION - Software engineers shall advance the integrity and reputation of the profession consistent with the public interest.</a:t>
            </a:r>
            <a:endParaRPr lang="en-GB" dirty="0"/>
          </a:p>
          <a:p>
            <a:pPr marL="342900" indent="-342900">
              <a:spcAft>
                <a:spcPts val="600"/>
              </a:spcAft>
              <a:buFont typeface="+mj-lt"/>
              <a:buAutoNum type="arabicPeriod"/>
            </a:pPr>
            <a:r>
              <a:rPr lang="en-US" dirty="0"/>
              <a:t>COLLEAGUES - Software engineers shall be fair to and supportive of their colleagues.</a:t>
            </a:r>
            <a:endParaRPr lang="en-GB" dirty="0"/>
          </a:p>
          <a:p>
            <a:pPr marL="342900" indent="-342900">
              <a:spcAft>
                <a:spcPts val="600"/>
              </a:spcAft>
              <a:buFont typeface="+mj-lt"/>
              <a:buAutoNum type="arabicPeriod"/>
            </a:pPr>
            <a:r>
              <a:rPr lang="en-US" dirty="0"/>
              <a:t>SELF - Software engineers shall participate in lifelong learning regarding the practice of their profession and shall promote an ethical approach to the practice of the profession.</a:t>
            </a:r>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8" name="Slide Number Placeholder 7"/>
          <p:cNvSpPr>
            <a:spLocks noGrp="1"/>
          </p:cNvSpPr>
          <p:nvPr>
            <p:ph type="sldNum" sz="quarter" idx="12"/>
          </p:nvPr>
        </p:nvSpPr>
        <p:spPr/>
        <p:txBody>
          <a:bodyPr/>
          <a:lstStyle/>
          <a:p>
            <a:fld id="{1D5CD492-2BC6-F348-9965-EC1D86DF57A8}" type="slidenum">
              <a:rPr lang="en-US" smtClean="0"/>
              <a:t>83</a:t>
            </a:fld>
            <a:endParaRPr lang="en-US"/>
          </a:p>
        </p:txBody>
      </p:sp>
    </p:spTree>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dirty="0"/>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p>
          <a:p>
            <a:r>
              <a:rPr lang="en-GB" dirty="0"/>
              <a:t>Your employer acts in an unethical way and releases a safety-critical system without finishing the testing of the system</a:t>
            </a:r>
          </a:p>
          <a:p>
            <a:r>
              <a:rPr lang="en-GB" dirty="0"/>
              <a:t>Participation in the development of military weapons systems or nuclear systems</a:t>
            </a:r>
          </a:p>
          <a:p>
            <a:endParaRPr lang="en-GB" dirty="0"/>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7" name="Slide Number Placeholder 6"/>
          <p:cNvSpPr>
            <a:spLocks noGrp="1"/>
          </p:cNvSpPr>
          <p:nvPr>
            <p:ph type="sldNum" sz="quarter" idx="12"/>
          </p:nvPr>
        </p:nvSpPr>
        <p:spPr/>
        <p:txBody>
          <a:bodyPr/>
          <a:lstStyle/>
          <a:p>
            <a:fld id="{1D5CD492-2BC6-F348-9965-EC1D86DF57A8}" type="slidenum">
              <a:rPr lang="en-US" smtClean="0"/>
              <a:t>84</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9093">
                                            <p:txEl>
                                              <p:pRg st="0" end="0"/>
                                            </p:txEl>
                                          </p:spTgt>
                                        </p:tgtEl>
                                        <p:attrNameLst>
                                          <p:attrName>style.visibility</p:attrName>
                                        </p:attrNameLst>
                                      </p:cBhvr>
                                      <p:to>
                                        <p:strVal val="visible"/>
                                      </p:to>
                                    </p:set>
                                    <p:animEffect transition="in" filter="fade">
                                      <p:cBhvr>
                                        <p:cTn id="7" dur="1000"/>
                                        <p:tgtEl>
                                          <p:spTgt spid="89093">
                                            <p:txEl>
                                              <p:pRg st="0" end="0"/>
                                            </p:txEl>
                                          </p:spTgt>
                                        </p:tgtEl>
                                      </p:cBhvr>
                                    </p:animEffect>
                                    <p:anim calcmode="lin" valueType="num">
                                      <p:cBhvr>
                                        <p:cTn id="8" dur="1000" fill="hold"/>
                                        <p:tgtEl>
                                          <p:spTgt spid="8909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909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9093">
                                            <p:txEl>
                                              <p:pRg st="1" end="1"/>
                                            </p:txEl>
                                          </p:spTgt>
                                        </p:tgtEl>
                                        <p:attrNameLst>
                                          <p:attrName>style.visibility</p:attrName>
                                        </p:attrNameLst>
                                      </p:cBhvr>
                                      <p:to>
                                        <p:strVal val="visible"/>
                                      </p:to>
                                    </p:set>
                                    <p:animEffect transition="in" filter="fade">
                                      <p:cBhvr>
                                        <p:cTn id="14" dur="1000"/>
                                        <p:tgtEl>
                                          <p:spTgt spid="89093">
                                            <p:txEl>
                                              <p:pRg st="1" end="1"/>
                                            </p:txEl>
                                          </p:spTgt>
                                        </p:tgtEl>
                                      </p:cBhvr>
                                    </p:animEffect>
                                    <p:anim calcmode="lin" valueType="num">
                                      <p:cBhvr>
                                        <p:cTn id="15" dur="1000" fill="hold"/>
                                        <p:tgtEl>
                                          <p:spTgt spid="8909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909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9093">
                                            <p:txEl>
                                              <p:pRg st="2" end="2"/>
                                            </p:txEl>
                                          </p:spTgt>
                                        </p:tgtEl>
                                        <p:attrNameLst>
                                          <p:attrName>style.visibility</p:attrName>
                                        </p:attrNameLst>
                                      </p:cBhvr>
                                      <p:to>
                                        <p:strVal val="visible"/>
                                      </p:to>
                                    </p:set>
                                    <p:animEffect transition="in" filter="fade">
                                      <p:cBhvr>
                                        <p:cTn id="21" dur="1000"/>
                                        <p:tgtEl>
                                          <p:spTgt spid="89093">
                                            <p:txEl>
                                              <p:pRg st="2" end="2"/>
                                            </p:txEl>
                                          </p:spTgt>
                                        </p:tgtEl>
                                      </p:cBhvr>
                                    </p:animEffect>
                                    <p:anim calcmode="lin" valueType="num">
                                      <p:cBhvr>
                                        <p:cTn id="22" dur="1000" fill="hold"/>
                                        <p:tgtEl>
                                          <p:spTgt spid="8909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909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8A0DB-FB7E-3B7C-C629-90C556B42CDE}"/>
              </a:ext>
            </a:extLst>
          </p:cNvPr>
          <p:cNvSpPr>
            <a:spLocks noGrp="1"/>
          </p:cNvSpPr>
          <p:nvPr>
            <p:ph type="title"/>
          </p:nvPr>
        </p:nvSpPr>
        <p:spPr/>
        <p:txBody>
          <a:bodyPr/>
          <a:lstStyle/>
          <a:p>
            <a:r>
              <a:rPr lang="en-AU" dirty="0"/>
              <a:t>Ethics Case Study</a:t>
            </a:r>
          </a:p>
        </p:txBody>
      </p:sp>
      <p:sp>
        <p:nvSpPr>
          <p:cNvPr id="3" name="Content Placeholder 2">
            <a:extLst>
              <a:ext uri="{FF2B5EF4-FFF2-40B4-BE49-F238E27FC236}">
                <a16:creationId xmlns:a16="http://schemas.microsoft.com/office/drawing/2014/main" id="{10B6BD80-5313-8CB2-4B32-9B16185140BD}"/>
              </a:ext>
            </a:extLst>
          </p:cNvPr>
          <p:cNvSpPr>
            <a:spLocks noGrp="1"/>
          </p:cNvSpPr>
          <p:nvPr>
            <p:ph idx="1"/>
          </p:nvPr>
        </p:nvSpPr>
        <p:spPr/>
        <p:txBody>
          <a:bodyPr/>
          <a:lstStyle/>
          <a:p>
            <a:r>
              <a:rPr lang="en-AU" dirty="0"/>
              <a:t>As an analyst at a big-data consultancy firm</a:t>
            </a:r>
          </a:p>
          <a:p>
            <a:r>
              <a:rPr lang="en-AU" dirty="0"/>
              <a:t>You are conducting research on social media </a:t>
            </a:r>
            <a:r>
              <a:rPr lang="en-AU" dirty="0" err="1"/>
              <a:t>activit</a:t>
            </a:r>
            <a:endParaRPr lang="en-AU" dirty="0"/>
          </a:p>
          <a:p>
            <a:r>
              <a:rPr lang="en-AU" dirty="0"/>
              <a:t>You collect posts from the past two years across 10,000 users</a:t>
            </a:r>
          </a:p>
          <a:p>
            <a:pPr lvl="1"/>
            <a:r>
              <a:rPr lang="en-AU" dirty="0"/>
              <a:t>Ensuring their identities remain hidden in any published results</a:t>
            </a:r>
          </a:p>
          <a:p>
            <a:r>
              <a:rPr lang="en-AU" dirty="0"/>
              <a:t>You use machine learning (ML) techniques to process over 200,000 posts</a:t>
            </a:r>
          </a:p>
        </p:txBody>
      </p:sp>
      <p:sp>
        <p:nvSpPr>
          <p:cNvPr id="4" name="Footer Placeholder 3">
            <a:extLst>
              <a:ext uri="{FF2B5EF4-FFF2-40B4-BE49-F238E27FC236}">
                <a16:creationId xmlns:a16="http://schemas.microsoft.com/office/drawing/2014/main" id="{E8479885-C359-F46C-4505-7BECA5C02B65}"/>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55DFA1CD-6F22-DB43-2AEE-8356F4759E5A}"/>
              </a:ext>
            </a:extLst>
          </p:cNvPr>
          <p:cNvSpPr>
            <a:spLocks noGrp="1"/>
          </p:cNvSpPr>
          <p:nvPr>
            <p:ph type="sldNum" sz="quarter" idx="12"/>
          </p:nvPr>
        </p:nvSpPr>
        <p:spPr/>
        <p:txBody>
          <a:bodyPr/>
          <a:lstStyle/>
          <a:p>
            <a:fld id="{1D5CD492-2BC6-F348-9965-EC1D86DF57A8}" type="slidenum">
              <a:rPr lang="en-US" smtClean="0"/>
              <a:t>85</a:t>
            </a:fld>
            <a:endParaRPr lang="en-US"/>
          </a:p>
        </p:txBody>
      </p:sp>
    </p:spTree>
    <p:extLst>
      <p:ext uri="{BB962C8B-B14F-4D97-AF65-F5344CB8AC3E}">
        <p14:creationId xmlns:p14="http://schemas.microsoft.com/office/powerpoint/2010/main" val="3877026907"/>
      </p:ext>
    </p:extLst>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BDB39-9172-81CD-6AFA-A2B4B1746570}"/>
              </a:ext>
            </a:extLst>
          </p:cNvPr>
          <p:cNvSpPr>
            <a:spLocks noGrp="1"/>
          </p:cNvSpPr>
          <p:nvPr>
            <p:ph type="title"/>
          </p:nvPr>
        </p:nvSpPr>
        <p:spPr/>
        <p:txBody>
          <a:bodyPr/>
          <a:lstStyle/>
          <a:p>
            <a:r>
              <a:rPr lang="en-AU" dirty="0"/>
              <a:t>Ethics Case Study  (cont.)</a:t>
            </a:r>
          </a:p>
        </p:txBody>
      </p:sp>
      <p:sp>
        <p:nvSpPr>
          <p:cNvPr id="3" name="Content Placeholder 2">
            <a:extLst>
              <a:ext uri="{FF2B5EF4-FFF2-40B4-BE49-F238E27FC236}">
                <a16:creationId xmlns:a16="http://schemas.microsoft.com/office/drawing/2014/main" id="{FED04417-AB49-518D-FE94-72826910A8B9}"/>
              </a:ext>
            </a:extLst>
          </p:cNvPr>
          <p:cNvSpPr>
            <a:spLocks noGrp="1"/>
          </p:cNvSpPr>
          <p:nvPr>
            <p:ph idx="1"/>
          </p:nvPr>
        </p:nvSpPr>
        <p:spPr/>
        <p:txBody>
          <a:bodyPr/>
          <a:lstStyle/>
          <a:p>
            <a:r>
              <a:rPr lang="en-AU" dirty="0"/>
              <a:t>You then acquire 100 million anonymised posts from 5 million users over two years</a:t>
            </a:r>
          </a:p>
          <a:p>
            <a:r>
              <a:rPr lang="en-AU" dirty="0"/>
              <a:t>You later discover that the usernames in reposts weren't removed</a:t>
            </a:r>
          </a:p>
          <a:p>
            <a:pPr lvl="1"/>
            <a:r>
              <a:rPr lang="en-AU" dirty="0"/>
              <a:t>Compromising anonymity</a:t>
            </a:r>
          </a:p>
          <a:p>
            <a:r>
              <a:rPr lang="en-AU" dirty="0"/>
              <a:t>Your data science tools and ML system can identify many usernames in this supposedly anonymised data</a:t>
            </a:r>
          </a:p>
          <a:p>
            <a:r>
              <a:rPr lang="en-AU" dirty="0"/>
              <a:t>This also shows that the additional data greatly enhances the value of your research</a:t>
            </a:r>
          </a:p>
        </p:txBody>
      </p:sp>
      <p:sp>
        <p:nvSpPr>
          <p:cNvPr id="4" name="Footer Placeholder 3">
            <a:extLst>
              <a:ext uri="{FF2B5EF4-FFF2-40B4-BE49-F238E27FC236}">
                <a16:creationId xmlns:a16="http://schemas.microsoft.com/office/drawing/2014/main" id="{051A5E47-EDAE-143A-BB61-67A6B3B63D2E}"/>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40A07EEB-3590-65EB-412D-B65E4D154CD9}"/>
              </a:ext>
            </a:extLst>
          </p:cNvPr>
          <p:cNvSpPr>
            <a:spLocks noGrp="1"/>
          </p:cNvSpPr>
          <p:nvPr>
            <p:ph type="sldNum" sz="quarter" idx="12"/>
          </p:nvPr>
        </p:nvSpPr>
        <p:spPr/>
        <p:txBody>
          <a:bodyPr/>
          <a:lstStyle/>
          <a:p>
            <a:fld id="{1D5CD492-2BC6-F348-9965-EC1D86DF57A8}" type="slidenum">
              <a:rPr lang="en-US" smtClean="0"/>
              <a:t>86</a:t>
            </a:fld>
            <a:endParaRPr lang="en-US"/>
          </a:p>
        </p:txBody>
      </p:sp>
    </p:spTree>
    <p:extLst>
      <p:ext uri="{BB962C8B-B14F-4D97-AF65-F5344CB8AC3E}">
        <p14:creationId xmlns:p14="http://schemas.microsoft.com/office/powerpoint/2010/main" val="2110579820"/>
      </p:ext>
    </p:extLst>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9A585-E891-5A9D-A20D-1843E621071F}"/>
              </a:ext>
            </a:extLst>
          </p:cNvPr>
          <p:cNvSpPr>
            <a:spLocks noGrp="1"/>
          </p:cNvSpPr>
          <p:nvPr>
            <p:ph type="title"/>
          </p:nvPr>
        </p:nvSpPr>
        <p:spPr/>
        <p:txBody>
          <a:bodyPr/>
          <a:lstStyle/>
          <a:p>
            <a:r>
              <a:rPr lang="en-AU" dirty="0"/>
              <a:t>Ethics Case Study Options</a:t>
            </a:r>
          </a:p>
        </p:txBody>
      </p:sp>
      <p:sp>
        <p:nvSpPr>
          <p:cNvPr id="3" name="Content Placeholder 2">
            <a:extLst>
              <a:ext uri="{FF2B5EF4-FFF2-40B4-BE49-F238E27FC236}">
                <a16:creationId xmlns:a16="http://schemas.microsoft.com/office/drawing/2014/main" id="{E05C379A-0C48-4959-77C4-2818AB4710EA}"/>
              </a:ext>
            </a:extLst>
          </p:cNvPr>
          <p:cNvSpPr>
            <a:spLocks noGrp="1"/>
          </p:cNvSpPr>
          <p:nvPr>
            <p:ph idx="1"/>
          </p:nvPr>
        </p:nvSpPr>
        <p:spPr>
          <a:xfrm>
            <a:off x="457199" y="1600200"/>
            <a:ext cx="8372475" cy="4525963"/>
          </a:xfrm>
        </p:spPr>
        <p:txBody>
          <a:bodyPr/>
          <a:lstStyle/>
          <a:p>
            <a:pPr marL="361950" indent="-361950">
              <a:buFont typeface="+mj-lt"/>
              <a:buAutoNum type="arabicPeriod"/>
            </a:pPr>
            <a:r>
              <a:rPr lang="en-AU" dirty="0"/>
              <a:t>Scrub the data to remove usernames and then run your analysis on properly anonymised data</a:t>
            </a:r>
          </a:p>
          <a:p>
            <a:pPr marL="361950" indent="-361950">
              <a:buFont typeface="+mj-lt"/>
              <a:buAutoNum type="arabicPeriod"/>
            </a:pPr>
            <a:r>
              <a:rPr lang="en-AU" dirty="0"/>
              <a:t>Immediately discard the identifiable data, advise the supplier, and request the data again</a:t>
            </a:r>
          </a:p>
          <a:p>
            <a:pPr marL="361950" indent="-361950">
              <a:buFont typeface="+mj-lt"/>
              <a:buAutoNum type="arabicPeriod"/>
            </a:pPr>
            <a:r>
              <a:rPr lang="en-AU" dirty="0"/>
              <a:t>Research the supplier’s data management policies. If they’re in breach of their policy, show them the identifiable data, requesting that it be replaced with anonymised data</a:t>
            </a:r>
          </a:p>
          <a:p>
            <a:pPr marL="361950" indent="-361950">
              <a:buFont typeface="+mj-lt"/>
              <a:buAutoNum type="arabicPeriod"/>
            </a:pPr>
            <a:r>
              <a:rPr lang="en-AU" dirty="0"/>
              <a:t>Run the analysis just to see what it would produce but then discard the identifiable data. </a:t>
            </a:r>
          </a:p>
          <a:p>
            <a:pPr marL="361950" indent="-361950">
              <a:buFont typeface="+mj-lt"/>
              <a:buAutoNum type="arabicPeriod"/>
            </a:pPr>
            <a:r>
              <a:rPr lang="en-AU" dirty="0"/>
              <a:t>Run the analysis and produce and publish the results</a:t>
            </a:r>
          </a:p>
          <a:p>
            <a:pPr marL="762000" lvl="1" indent="-314325"/>
            <a:r>
              <a:rPr lang="en-AU" dirty="0"/>
              <a:t>Not mentioning the data breach</a:t>
            </a:r>
          </a:p>
        </p:txBody>
      </p:sp>
      <p:sp>
        <p:nvSpPr>
          <p:cNvPr id="4" name="Footer Placeholder 3">
            <a:extLst>
              <a:ext uri="{FF2B5EF4-FFF2-40B4-BE49-F238E27FC236}">
                <a16:creationId xmlns:a16="http://schemas.microsoft.com/office/drawing/2014/main" id="{B225723F-E4C0-FA2A-98DE-042D171FD569}"/>
              </a:ext>
            </a:extLst>
          </p:cNvPr>
          <p:cNvSpPr>
            <a:spLocks noGrp="1"/>
          </p:cNvSpPr>
          <p:nvPr>
            <p:ph type="ftr" sz="quarter" idx="10"/>
          </p:nvPr>
        </p:nvSpPr>
        <p:spPr/>
        <p:txBody>
          <a:bodyPr/>
          <a:lstStyle/>
          <a:p>
            <a:r>
              <a:rPr lang="en-US"/>
              <a:t>Chapter 1 Introduction</a:t>
            </a:r>
            <a:endParaRPr lang="en-US" dirty="0"/>
          </a:p>
        </p:txBody>
      </p:sp>
      <p:sp>
        <p:nvSpPr>
          <p:cNvPr id="5" name="Slide Number Placeholder 4">
            <a:extLst>
              <a:ext uri="{FF2B5EF4-FFF2-40B4-BE49-F238E27FC236}">
                <a16:creationId xmlns:a16="http://schemas.microsoft.com/office/drawing/2014/main" id="{0B33FA42-98B4-8BDA-2916-E98E54BB21AB}"/>
              </a:ext>
            </a:extLst>
          </p:cNvPr>
          <p:cNvSpPr>
            <a:spLocks noGrp="1"/>
          </p:cNvSpPr>
          <p:nvPr>
            <p:ph type="sldNum" sz="quarter" idx="12"/>
          </p:nvPr>
        </p:nvSpPr>
        <p:spPr/>
        <p:txBody>
          <a:bodyPr/>
          <a:lstStyle/>
          <a:p>
            <a:fld id="{1D5CD492-2BC6-F348-9965-EC1D86DF57A8}" type="slidenum">
              <a:rPr lang="en-US" smtClean="0"/>
              <a:t>87</a:t>
            </a:fld>
            <a:endParaRPr lang="en-US"/>
          </a:p>
        </p:txBody>
      </p:sp>
    </p:spTree>
    <p:extLst>
      <p:ext uri="{BB962C8B-B14F-4D97-AF65-F5344CB8AC3E}">
        <p14:creationId xmlns:p14="http://schemas.microsoft.com/office/powerpoint/2010/main" val="253554850"/>
      </p:ext>
    </p:extLst>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Fundamental concepts of software engineering are applicable to all types of software development</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88</a:t>
            </a:fld>
            <a:endParaRPr lang="en-US"/>
          </a:p>
        </p:txBody>
      </p:sp>
    </p:spTree>
    <p:extLst>
      <p:ext uri="{BB962C8B-B14F-4D97-AF65-F5344CB8AC3E}">
        <p14:creationId xmlns:p14="http://schemas.microsoft.com/office/powerpoint/2010/main" val="1610917383"/>
      </p:ext>
    </p:extLst>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systems, and each requires appropriate software engineering tools and techniques for their development</a:t>
            </a:r>
          </a:p>
          <a:p>
            <a:r>
              <a:rPr lang="en-GB" dirty="0"/>
              <a:t>Software engineers have responsibilities to the engineering profession and society</a:t>
            </a:r>
          </a:p>
          <a:p>
            <a:pPr lvl="1"/>
            <a:r>
              <a:rPr lang="en-GB" dirty="0"/>
              <a:t>They should not simply be concerned with technical issues</a:t>
            </a:r>
          </a:p>
          <a:p>
            <a:r>
              <a:rPr lang="en-GB" dirty="0"/>
              <a:t>Professional societies publish codes of conduct which set out the standards of behaviour expected of their members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9" name="Slide Number Placeholder 8"/>
          <p:cNvSpPr>
            <a:spLocks noGrp="1"/>
          </p:cNvSpPr>
          <p:nvPr>
            <p:ph type="sldNum" sz="quarter" idx="12"/>
          </p:nvPr>
        </p:nvSpPr>
        <p:spPr/>
        <p:txBody>
          <a:bodyPr/>
          <a:lstStyle/>
          <a:p>
            <a:fld id="{1D5CD492-2BC6-F348-9965-EC1D86DF57A8}" type="slidenum">
              <a:rPr lang="en-US" smtClean="0"/>
              <a:t>89</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2456</TotalTime>
  <Words>6701</Words>
  <Application>Microsoft Office PowerPoint</Application>
  <PresentationFormat>On-screen Show (4:3)</PresentationFormat>
  <Paragraphs>942</Paragraphs>
  <Slides>89</Slides>
  <Notes>32</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89</vt:i4>
      </vt:variant>
    </vt:vector>
  </HeadingPairs>
  <TitlesOfParts>
    <vt:vector size="97" baseType="lpstr">
      <vt:lpstr>ＭＳ Ｐゴシック</vt:lpstr>
      <vt:lpstr>Palatino</vt:lpstr>
      <vt:lpstr>Arial</vt:lpstr>
      <vt:lpstr>Calibri</vt:lpstr>
      <vt:lpstr>Nirmala UI</vt:lpstr>
      <vt:lpstr>Times New Roman</vt:lpstr>
      <vt:lpstr>Wingdings</vt:lpstr>
      <vt:lpstr>SE10 slides</vt:lpstr>
      <vt:lpstr>Software Engineering</vt:lpstr>
      <vt:lpstr>Course Content</vt:lpstr>
      <vt:lpstr>Assumed Knowledge</vt:lpstr>
      <vt:lpstr>Textbook</vt:lpstr>
      <vt:lpstr>Assessment</vt:lpstr>
      <vt:lpstr>Chapter 1- Introduction</vt:lpstr>
      <vt:lpstr>Topics</vt:lpstr>
      <vt:lpstr>Software Engineering</vt:lpstr>
      <vt:lpstr>Software Engineering</vt:lpstr>
      <vt:lpstr>Software Engineers</vt:lpstr>
      <vt:lpstr>Software Costs</vt:lpstr>
      <vt:lpstr>Software Project Failure</vt:lpstr>
      <vt:lpstr>Professional Software Development</vt:lpstr>
      <vt:lpstr>Frequently Asked Questions</vt:lpstr>
      <vt:lpstr>Frequently Asked Questions</vt:lpstr>
      <vt:lpstr>Software Products</vt:lpstr>
      <vt:lpstr>Product Specification</vt:lpstr>
      <vt:lpstr>Attributes of Good Software</vt:lpstr>
      <vt:lpstr>Software Development is Not Just  Writing Code</vt:lpstr>
      <vt:lpstr>Software &amp; Creativity</vt:lpstr>
      <vt:lpstr>Software Engineering</vt:lpstr>
      <vt:lpstr>Importance of Software Engineering</vt:lpstr>
      <vt:lpstr>Software Engineering Process </vt:lpstr>
      <vt:lpstr>Techniques, Methodologies and Tools</vt:lpstr>
      <vt:lpstr>Software Process Activities</vt:lpstr>
      <vt:lpstr>Software Engineering Practice</vt:lpstr>
      <vt:lpstr>Understand the Problem</vt:lpstr>
      <vt:lpstr>Plan a Solution</vt:lpstr>
      <vt:lpstr>Carry Out the Plan</vt:lpstr>
      <vt:lpstr>Examine the Result</vt:lpstr>
      <vt:lpstr>Hooker - Thomas Software Principles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Internet Software Engineering</vt:lpstr>
      <vt:lpstr>Internet Software Engineering</vt:lpstr>
      <vt:lpstr>Internet Software Engineering</vt:lpstr>
      <vt:lpstr>Internet Software Engineering</vt:lpstr>
      <vt:lpstr>Software Crisis?</vt:lpstr>
      <vt:lpstr>Software Success</vt:lpstr>
      <vt:lpstr>Project Size &amp; Success</vt:lpstr>
      <vt:lpstr>Project Size &amp; Success</vt:lpstr>
      <vt:lpstr>Is There a Crisis?</vt:lpstr>
      <vt:lpstr>Software Crisis in Health?</vt:lpstr>
      <vt:lpstr>Software Crisis in Banking?</vt:lpstr>
      <vt:lpstr>Software Crisis in Travel?</vt:lpstr>
      <vt:lpstr>Software Crisis in IoT?</vt:lpstr>
      <vt:lpstr>Software Crisis in Transportation?</vt:lpstr>
      <vt:lpstr>NHS in UK</vt:lpstr>
      <vt:lpstr>Queensland Health Payroll</vt:lpstr>
      <vt:lpstr>Queensland Health Payroll</vt:lpstr>
      <vt:lpstr>Queensland Health Payroll</vt:lpstr>
      <vt:lpstr>China Software Failures</vt:lpstr>
      <vt:lpstr>Maintenance &amp; the Crisis</vt:lpstr>
      <vt:lpstr>Why Do Projects Fail?</vt:lpstr>
      <vt:lpstr>Classic Mistakes</vt:lpstr>
      <vt:lpstr>Classic Mistakes</vt:lpstr>
      <vt:lpstr>Classic Mistakes</vt:lpstr>
      <vt:lpstr>Classic Mistakes</vt:lpstr>
      <vt:lpstr>Classic Mistakes</vt:lpstr>
      <vt:lpstr>Most Frequently Reported Mistakes</vt:lpstr>
      <vt:lpstr>Mistakes Causing Catastrophic or Serious Consequences</vt:lpstr>
      <vt:lpstr>Mistake Exposure Index (MEI)</vt:lpstr>
      <vt:lpstr>Why?</vt:lpstr>
      <vt:lpstr>Classic Mistakes</vt:lpstr>
      <vt:lpstr>Classic Mistakes</vt:lpstr>
      <vt:lpstr>Successful Software Exists</vt:lpstr>
      <vt:lpstr>Comparing Software Development Paradigms: 2013</vt:lpstr>
      <vt:lpstr>Comparing Delivery Paradigms</vt:lpstr>
      <vt:lpstr>WeChat Case Study</vt:lpstr>
      <vt:lpstr>Amap Planning</vt:lpstr>
      <vt:lpstr>Ethics</vt:lpstr>
      <vt:lpstr>Ethics</vt:lpstr>
      <vt:lpstr>Professional Responsibility</vt:lpstr>
      <vt:lpstr>Professional Responsibility</vt:lpstr>
      <vt:lpstr>ACM/IEEE Code of Ethics</vt:lpstr>
      <vt:lpstr>Code of Ethics Rationale</vt:lpstr>
      <vt:lpstr>ACM/IEEE Code of Ethics </vt:lpstr>
      <vt:lpstr>Ethical Principles</vt:lpstr>
      <vt:lpstr>Ethical Dilemmas</vt:lpstr>
      <vt:lpstr>Ethics Case Study</vt:lpstr>
      <vt:lpstr>Ethics Case Study  (cont.)</vt:lpstr>
      <vt:lpstr>Ethics Case Study Options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Richard Thomas</cp:lastModifiedBy>
  <cp:revision>27</cp:revision>
  <dcterms:created xsi:type="dcterms:W3CDTF">2009-12-29T10:39:27Z</dcterms:created>
  <dcterms:modified xsi:type="dcterms:W3CDTF">2026-08-23T10:55:17Z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2026-08-21T00:57:10Z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2111dee4-6ef8-4aab-b417-eb4c91a16aac</vt:lpwstr>
  </property>
  <property fmtid="{D5CDD505-2E9C-101B-9397-08002B2CF9AE}" pid="8" name="MSIP_Label_0f488380-630a-4f55-a077-a19445e3f360_ContentBits">
    <vt:lpwstr>0</vt:lpwstr>
  </property>
  <property fmtid="{D5CDD505-2E9C-101B-9397-08002B2CF9AE}" pid="9" name="MSIP_Label_0f488380-630a-4f55-a077-a19445e3f360_Tag">
    <vt:lpwstr>10, 3, 0, 1</vt:lpwstr>
  </property>
</Properties>
</file>